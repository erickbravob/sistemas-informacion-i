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Relationship Id="rId5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  <p:sp>
        <p:nvSpPr>
          <p:cNvPr id="21" name="Rounded Rectangle 20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idAutor: entero
nombre: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idObra: entero
título: texto
isbn: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
ubicación · disponibilidad: Estado
cambiarEstado()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PÚBLICO; ESQUEMA INTERNO NO OBSERVABLE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id_autor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id_editorial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
FK id_obra
ubicación · disponibilidad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id_obra
isbn · título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
FK id_ejemplar · fecha ·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relaciones vinculan la obra con autor, editorial y ejemplares; la reserva se asocia a una copia. El modelo no describe la base interna de UPDS.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Modelo conceptual derivado de los datos visibles en el catálogo UPDS · Elmasri y Navathe · diagrama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N : M OBRA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Se representa con OBRA_AUTOR (id_obra, id_autor)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EDITORIAL 1 : N 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id_editorial se referencia desde OBRA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OBRA 1 :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id_obra se referencia desde EJEMPLAR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: N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id_ejemplar se referencia desde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obra · autor
Ejemplar E-105 · obra · autor
Ejemplar E-106 · obra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OBRA: ISBN · nombre · autor
EJEMPLAR: código · ubicación · disponibilidad · id_titulo
Cada copia referencia un único título.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  <p:sp>
        <p:nvSpPr>
          <p:cNvPr id="17" name="Rounded Rectangle 16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registros públicos del catálogo UPDS permiten proponer un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OBRAS
fichas públicas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
visible en fichas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
opción en registro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OBSERVABLE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Fichas · ejemplares · disponibilidad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 · autor · editorial · ejemplar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catálogo muestra datos bibliográficos y ejemplares.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diagrama propone entidades y relaciones para representarlos.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estructura conceptual propuesta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Bases de datos con SQL Server 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Maribel Sabana · Megabyte · 2013 · 575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3" name="Rounded Rectangle 22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UPDS, bases de datos, clases, modelo entidad-relación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