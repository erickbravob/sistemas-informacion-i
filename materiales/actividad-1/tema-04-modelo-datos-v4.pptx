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repositorio.upea.bo/jspui/handle/123456789/917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449" TargetMode="External"/><Relationship Id="rId3" Type="http://schemas.openxmlformats.org/officeDocument/2006/relationships/hyperlink" Target="https://dspace.scz.ucb.edu.bo/dspace/handle/123456789/10114" TargetMode="External"/><Relationship Id="rId4" Type="http://schemas.openxmlformats.org/officeDocument/2006/relationships/hyperlink" Target="https://biblioteca.upds.edu.bo/biblioteca/index.php?lvl=more_results&amp;mode=keyword&amp;tags=ok&amp;user_query=Base+de+dato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DATOS, MODELOS Y DIAGRAMAS DE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D4696"/>
                </a:solidFill>
                <a:latin typeface="Calibri"/>
              </a:rPr>
              <a:t>FOTOGRAFÍA DEL GRUPO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nivel de modelo responde una pregunta distinta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NIVELES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DISEÑO PASA DE LOS CONCEPTOS DEL DOMINIO A LA IMPLEMENTACIÓN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CONCEPTUAL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conceptos existen?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Usuario · Préstamo · Ejemplar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LÓGICO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atributos y reglas los unen?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Claves · cardinalidades · relaciones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FÍSICO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¿Cómo se implementan?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Tipos · índices · restricciones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90672" y="2779776"/>
            <a:ext cx="237743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833872" y="2779776"/>
            <a:ext cx="237744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594360" y="4343400"/>
            <a:ext cx="7726679" cy="4937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16552"/>
            <a:ext cx="7434071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nivel conceptual evita decidir el motor antes de entender los datos y las reglas del sistema.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Oracle, SQL Developer Data Modeler Concepts · Elmasri y Navathe, Fundamentos de bases de datos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clases describen estructura y vínculos entre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VISTA ORIENTADA A OBJETOS PUEDE INCLUIR PROPIEDADES Y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idUsuario: entero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nombre: texto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901952"/>
            <a:ext cx="202996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idPrestamo: entero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fecha: fecha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registrarDevolucion()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idEjemplar: entero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estado: Estado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cambiarEstado()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614416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40487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1  —  0..*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0..*  — 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85615"/>
            <a:ext cx="7479792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Las clases agrupan objetos; las asociaciones relacionan tipos y su multiplicidad cuenta cuántas instancias participan. Una asociación no equivale por sí sola a una tabla.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cláusula 11 · ejemplo de análisis bibliotecario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lógico ordena entidades, atributos y claves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MODELO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RECONSTRUCCIÓN ANALÍTICA DE OPERACIONES BIBLIOTECARIAS; ESQUEMA ORIGINAL NO PUBLICADO EN EL RESUMEN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id_usuario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id_prestamo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FK id_usuario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FK id_ejemplar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id_ejemplar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FK id_titulo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31152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TÍTULO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id_titulo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isbn · título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59152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4535424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6711696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2167128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886200"/>
            <a:ext cx="2011680" cy="1069848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3959352"/>
            <a:ext cx="186537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RESERVA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176" y="4279392"/>
            <a:ext cx="1755648" cy="6126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id_reserva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FK id_usuario · FK id_ejemplar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62456" y="2926080"/>
            <a:ext cx="0" cy="53035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362456" y="3456432"/>
            <a:ext cx="2569464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3931920" y="3456432"/>
            <a:ext cx="0" cy="42976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715000" y="2926080"/>
            <a:ext cx="0" cy="62179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212080" y="3547872"/>
            <a:ext cx="502920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5212080" y="3547872"/>
            <a:ext cx="0" cy="33832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2331720" y="3255264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76672" y="3319272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193792"/>
            <a:ext cx="7589520" cy="320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1E293B"/>
                </a:solidFill>
                <a:latin typeface="Calibri"/>
              </a:rPr>
              <a:t>Las claves foráneas enlazan la operación con la persona y la copia; TÍTULO separa los datos bibliográficos de cada ejemplar físico.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Modelo lógico derivado de los servicios UPEA · Elmasri y Navathe · Oracle Data Modeler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claves y cardinalidades sostienen el modelo relacional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INTEGRIDAD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LAS RELACIONES DEL DOMINIO SE TRADUCEN A REFERENCIAS VERIFICABLES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591056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USUARIO 1 → N PRÉSTAMO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1591056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id_usuario aparece como FK en PRÉSTAMO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6000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395728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EJEMPLAR 1 → N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395728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id_ejemplar mantiene el historial de operaciones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90672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0400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TÍTULO 1 → N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200400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una obra puede tener varias copias físicas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005072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USUARIO + EJEMPLAR → RESERVA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05072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la reserva conserva quién solicita qué copia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91947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99262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clave primaria identifica un registro; una clave foránea referencia otro registro y permite aplicar integridad referencial.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Microsoft Learn, restricciones de claves · Elmasri y Navathe, diseño relacional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Separar título y ejemplar reduce datos repetidos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NORMALIZACIÓN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OBRA BIBLIOGRÁFICA PUEDE CONTAR CON VARIAS COPIAS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REGISTRO REPETIDO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 E-104 · ISBN · título · autor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 E-105 · ISBN · título · autor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 E-106 · ISBN · título · autor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ESTRUCTURA SEPARADA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TÍTULO: ISBN · nombre · autor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EJEMPLAR: código · estado · id_titulo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Cada copia referencia un único título.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5736" y="2706624"/>
            <a:ext cx="137160" cy="0"/>
          </a:xfrm>
          <a:prstGeom prst="line">
            <a:avLst/>
          </a:prstGeom>
          <a:ln w="1905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594360" y="437083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44398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separación reduce redundancia y evita que una corrección bibliográfica deba repetirse en cada copia.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Elmasri y Navathe, Fundamentos de sistemas de bases de datos · Microsoft, normalización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caso UPEA confirma PostgreSQL y las funciones bibliotecarias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CASO UPEA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INSTITUCIONALES PUBLICADOS Y DECISIONES DEL MODELO SE PRESENTAN POR SEPARADO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PRÉSTAMOS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descrita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662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a distancia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1830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REPORTES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descrita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9984" y="164592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645920"/>
            <a:ext cx="1627631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ESTADÍSTICAS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descrita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DOCUMENTADO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D4696"/>
                </a:solidFill>
                <a:latin typeface="Calibri"/>
              </a:rPr>
              <a:t>UWE/UML · PHP · PostgreSQL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MODELO PROPUESTO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Usuario · préstamo · ejemplar · título ·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resumen confirma herramientas y operaciones.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La estructura lógica reconstruye esos conceptos.</a:t>
            </a:r>
          </a:p>
        </p:txBody>
      </p:sp>
      <p:sp>
        <p:nvSpPr>
          <p:cNvPr id="23" name="TextBox 22">
            <a:hlinkClick r:id="rId2"/>
          </p:cNvPr>
          <p:cNvSpPr txBox="1"/>
          <p:nvPr/>
        </p:nvSpPr>
        <p:spPr>
          <a:xfrm>
            <a:off x="804672" y="5084064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registro institucional UPEA 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Tintaya Villavicencio, R. (2013). Repositorio Institucional UPEA, PG-0015  ·  as of 6 de octubre de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Datos, modelos y diagramas de clases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Fundamentos de sistemas de bases de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Shamkant B. Navathe · 3.ª edición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Tecnología y diseño de bases de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Mario Piattini Velthuis · 1.ª edición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Bases de datos con SQL Server 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Maribel Sabana · Megabyte · 2013 · 575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Datos, modelos y diagramas de clases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04</dc:subject>
  <cp:keywords>UPEA, biblioteca, objetos, estados, modelo lógico, datos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