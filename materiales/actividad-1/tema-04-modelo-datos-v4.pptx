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449" TargetMode="External"/><Relationship Id="rId3" Type="http://schemas.openxmlformats.org/officeDocument/2006/relationships/hyperlink" Target="https://dspace.scz.ucb.edu.bo/dspace/handle/123456789/10114" TargetMode="External"/><Relationship Id="rId4" Type="http://schemas.openxmlformats.org/officeDocument/2006/relationships/hyperlink" Target="https://biblioteca.upds.edu.bo/biblioteca/index.php?lvl=more_results&amp;mode=keyword&amp;tags=ok&amp;user_query=Base+de+datos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DATOS, MODELOS Y DIAGRAMAS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5230368" y="2084831"/>
            <a:ext cx="1828800" cy="1426464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3228" y="2107692"/>
            <a:ext cx="1783080" cy="138074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2139696"/>
            <a:ext cx="160934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nivel de modelo responde una pregunta distinta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NIVELES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DISEÑO PASA DE LOS CONCEPTOS DEL DOMINIO A LA IMPLEMENTACIÓN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CONCEPTUAL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conceptos existen?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Usuario · Préstamo · Ejemplar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atributos y reglas los unen?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Claves · cardinalidades · relaciones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FÍSICO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¿Cómo se implementan?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Tipos · índices · restricciones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779776"/>
            <a:ext cx="237743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833872" y="2779776"/>
            <a:ext cx="237744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594360" y="4343400"/>
            <a:ext cx="7726679" cy="4937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16552"/>
            <a:ext cx="7434071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nivel conceptual evita decidir el motor antes de entender los datos y las reglas del sistema.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Oracle, SQL Developer Data Modeler Concepts · Elmasri y Navathe, Fundamentos de bases de datos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clases describen estructura y vínculos entre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VISTA ORIENTADA A OBJETOS PUEDE INCLUIR PROPIEDADES Y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idAutor: entero
nombre: texto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901952"/>
            <a:ext cx="202996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idObra: entero
título: texto
isbn: texto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idEjemplar: entero
ubicación · disponibilidad: Estado
cambiarEstado()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614416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40487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0..*  —  0..*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1  —  0..*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85615"/>
            <a:ext cx="7479792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Las clases agrupan objetos; las asociaciones relacionan tipos y su multiplicidad cuenta cuántas instancias participan. Una asociación no equivale por sí sola a una tabla.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cláusula 11 · ejemplo de análisis bibliotecario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lógico ordena entidades, atributos y claves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MODELO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PÚBLICO; ESQUEMA INTERNO NO OBSERVABLE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id_autor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id_editorial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id_ejemplar
FK id_obra
ubicación · disponibilidad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id_obra
isbn · título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59152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4535424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6711696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2167128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886200"/>
            <a:ext cx="2011680" cy="1069848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959352"/>
            <a:ext cx="186537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RESERVA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4279392"/>
            <a:ext cx="1755648" cy="6126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id_reserva
FK id_ejemplar · fecha · estado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62456" y="2926080"/>
            <a:ext cx="0" cy="53035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362456" y="3456432"/>
            <a:ext cx="2569464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3931920" y="3456432"/>
            <a:ext cx="0" cy="42976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715000" y="2926080"/>
            <a:ext cx="0" cy="62179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212080" y="3547872"/>
            <a:ext cx="502920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212080" y="3547872"/>
            <a:ext cx="0" cy="33832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2331720" y="3255264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6672" y="3319272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193792"/>
            <a:ext cx="7589520" cy="320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1E293B"/>
                </a:solidFill>
                <a:latin typeface="Calibri"/>
              </a:rPr>
              <a:t>Las relaciones vinculan la obra con autor, editorial y ejemplares; la reserva se asocia a una copia. El modelo no describe la base interna de UPDS.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Modelo conceptual derivado de los datos visibles en el catálogo UPDS · Elmasri y Navathe · diagrama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claves y cardinalidades sostienen el modelo relacional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INTEGRIDAD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LAS RELACIONES DEL DOMINIO SE TRADUCEN A REFERENCIAS VERIFICABLES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591056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AUTOR N : M OBRA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1591056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Se representa con OBRA_AUTOR (id_obra, id_autor)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6000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395728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EDITORIAL 1 : N OBRA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395728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id_editorial se referencia desde OBRA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90672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0400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OBRA 1 : N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200400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id_obra se referencia desde EJEMPLAR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005072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EJEMPLAR 1 : N RESERVA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05072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id_ejemplar se referencia desde RESERVA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91947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99262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clave primaria identifica un registro; una clave foránea referencia otro registro y permite aplicar integridad referencial.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Microsoft Learn, restricciones de claves · Elmasri y Navathe, diseño relacional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Separar título y ejemplar reduce datos repetidos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NORMALIZACIÓN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OBRA BIBLIOGRÁFICA PUEDE CONTAR CON VARIAS COPIAS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REGISTRO REPETIDO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E-104 · obra · autor
Ejemplar E-105 · obra · autor
Ejemplar E-106 · obra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ESTRUCTURA SEPARADA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OBRA: ISBN · nombre · autor
EJEMPLAR: código · ubicación · disponibilidad · id_titulo
Cada copia referencia un único título.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5736" y="2706624"/>
            <a:ext cx="137160" cy="0"/>
          </a:xfrm>
          <a:prstGeom prst="line">
            <a:avLst/>
          </a:prstGeom>
          <a:ln w="1905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94360" y="437083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44398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separación reduce redundancia y evita que una corrección bibliográfica deba repetirse en cada copia.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Elmasri y Navathe, Fundamentos de sistemas de bases de datos · Microsoft, normalización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registros públicos del catálogo UPDS permiten proponer un modelo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INSTITUCIONALES PUBLICADOS Y DECISIONES DEL MODELO SE PRESENTAN POR SEPARADO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OBRAS
fichas públicas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662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830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
visible en fichas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4" y="164592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645920"/>
            <a:ext cx="1627631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
opción en registro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OBSERVABLE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D4696"/>
                </a:solidFill>
                <a:latin typeface="Calibri"/>
              </a:rPr>
              <a:t>Fichas · ejemplares · disponibilidad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MODELO PROPUESTO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 · autor · editorial · ejemplar ·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catálogo muestra datos bibliográficos y ejemplares.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diagrama propone entidades y relaciones para representarlos.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084064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estructura conceptual propuesta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Datos, modelos y diagramas de clases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sistemas de bases de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Shamkant B. Navathe · 3.ª edición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Tecnología y diseño de bases de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Mario Piattini Velthuis · 1.ª edición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LIBRO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bases de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Abraham Silberschatz, Henry F. Korth y S. Sudarshan · McGraw-Hill · 6.ª ed., 2014 · ISBN 978-84-481-9033-0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7370064" y="4005072"/>
            <a:ext cx="877824" cy="1133856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92924" y="4027932"/>
            <a:ext cx="832103" cy="1088136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ortada de Fundamentos de bases de datos, sexta edición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927" y="4059936"/>
            <a:ext cx="768096" cy="1024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Datos, modelos y diagramas de clases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04</dc:subject>
  <cp:keywords>UPDS, bases de datos, clases, modelo entidad-relación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