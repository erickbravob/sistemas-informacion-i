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449" TargetMode="External"/><Relationship Id="rId3" Type="http://schemas.openxmlformats.org/officeDocument/2006/relationships/hyperlink" Target="https://dspace.scz.ucb.edu.bo/dspace/handle/123456789/10114" TargetMode="External"/><Relationship Id="rId4" Type="http://schemas.openxmlformats.org/officeDocument/2006/relationships/hyperlink" Target="https://biblioteca.upds.edu.bo/biblioteca/index.php?lvl=more_results&amp;mode=keyword&amp;tags=ok&amp;user_query=Base+de+dato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DATOS, MODELOS Y DIAGRAMAS DE CLASES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5285232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  <p:pic>
        <p:nvPicPr>
          <p:cNvPr id="21" name="Picture 20" descr="foto-grup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512" y="2148840"/>
            <a:ext cx="1810512" cy="13578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Cada nivel de modelo responde una pregunta distinta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NIVELES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EL DISEÑO PASA DE LOS CONCEPTOS DEL DOMINIO A LA IMPLEMENTACIÓN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CONCEPTUAL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¿Qué conceptos existen?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Usuario · Préstamo · Ejemplar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12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LÓGICO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¿Qué atributos y reglas los unen?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Claves · cardinalidades · relaciones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FÍSICO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¿Cómo se implementan?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Tipos · índices · restricciones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90672" y="2779776"/>
            <a:ext cx="237743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833872" y="2779776"/>
            <a:ext cx="237744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Rounded Rectangle 17"/>
          <p:cNvSpPr/>
          <p:nvPr/>
        </p:nvSpPr>
        <p:spPr>
          <a:xfrm>
            <a:off x="594360" y="4343400"/>
            <a:ext cx="7726679" cy="49377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416552"/>
            <a:ext cx="7434071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nivel conceptual evita decidir el motor antes de entender los datos y las reglas del sistema.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Oracle, SQL Developer Data Modeler Concepts · Elmasri y Navathe, Fundamentos de bases de datos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clases describen estructura y vínculos entre objetos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VISTA ORIENTADA A OBJETOS PUEDE INCLUIR PROPIEDADES Y OPERACIONES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01952"/>
            <a:ext cx="202996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AUTOR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idUsuario: entero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nombre: texto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901952"/>
            <a:ext cx="2029968" cy="1353312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1024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EDITORIAL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idPrestamo: entero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fecha: fecha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registrarDevolucion()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1901952"/>
            <a:ext cx="202996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idEjemplar: entero
ubicación · disponibilidad: Estado
cambiarEstado()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24912" y="2578608"/>
            <a:ext cx="78638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614416" y="2578608"/>
            <a:ext cx="78638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404872" y="1609344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4696"/>
                </a:solidFill>
                <a:latin typeface="Calibri"/>
              </a:rPr>
              <a:t>1  —  0..*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432" y="1609344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4696"/>
                </a:solidFill>
                <a:latin typeface="Calibri"/>
              </a:rPr>
              <a:t>0..*  — 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85615"/>
            <a:ext cx="7479792" cy="51206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Las clases agrupan objetos; las asociaciones relacionan tipos y su multiplicidad cuenta cuántas instancias participan. Una asociación no equivale por sí sola a una tabla.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2.5.1, cláusula 11 · ejemplo de análisis bibliotecario  ·  as of 6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modelo lógico ordena entidades, atributos y claves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MODELO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MODELO CONCEPTUAL DEL CATÁLOGO PÚBLICO; ESQUEMA INTERNO NO OBSERVABLE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682496"/>
            <a:ext cx="1920240" cy="1243584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AUTOR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id_autor
nombre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1682496"/>
            <a:ext cx="1920240" cy="1243584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EDITORIAL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id_editorial
nombre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682496"/>
            <a:ext cx="1920240" cy="1243584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8032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id_ejemplar
FK id_obra
ubicación · disponibilidad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931152" y="1682496"/>
            <a:ext cx="1920240" cy="1243584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4304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OBRA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id_obra
isbn · título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59152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4535424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6711696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2167128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N :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N :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3886200"/>
            <a:ext cx="2011680" cy="1069848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9312" y="3959352"/>
            <a:ext cx="186537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RESERVA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4176" y="4279392"/>
            <a:ext cx="1755648" cy="6126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id_reserva
FK id_ejemplar · fecha · estado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362456" y="2926080"/>
            <a:ext cx="0" cy="530352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1362456" y="3456432"/>
            <a:ext cx="2569464" cy="0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3931920" y="3456432"/>
            <a:ext cx="0" cy="429768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5715000" y="2926080"/>
            <a:ext cx="0" cy="621792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212080" y="3547872"/>
            <a:ext cx="502920" cy="0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5212080" y="3547872"/>
            <a:ext cx="0" cy="338328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2331720" y="3255264"/>
            <a:ext cx="566928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76672" y="3319272"/>
            <a:ext cx="566928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5193792"/>
            <a:ext cx="7589520" cy="3200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>
                <a:solidFill>
                  <a:srgbClr val="1E293B"/>
                </a:solidFill>
                <a:latin typeface="Calibri"/>
              </a:rPr>
              <a:t>Las relaciones vinculan la obra con autor, editorial y ejemplares; la reserva se asocia a una copia. El modelo no describe la base interna de UPDS.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Modelo conceptual derivado de los datos visibles en el catálogo UPDS · Elmasri y Navathe · diagrama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claves y cardinalidades sostienen el modelo relacional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INTEGRIDAD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LAS RELACIONES DEL DOMINIO SE TRADUCEN A REFERENCIAS VERIFICABLES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481328"/>
            <a:ext cx="7827264" cy="603504"/>
          </a:xfrm>
          <a:prstGeom prst="rect">
            <a:avLst/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591056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AUTOR 1 → N EDITORIAL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1591056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id_usuario aparece como FK en EDITORIAL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6000"/>
            <a:ext cx="7827264" cy="603504"/>
          </a:xfrm>
          <a:prstGeom prst="rect">
            <a:avLst/>
          </a:prstGeom>
          <a:solidFill>
            <a:srgbClr val="E7F5FA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395728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EJEMPLAR 1 → N EDITORIAL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2395728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Cada copia pertenece a una obra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90672"/>
            <a:ext cx="7827264" cy="603504"/>
          </a:xfrm>
          <a:prstGeom prst="rect">
            <a:avLst/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200400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OBRA 1 → N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200400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Una editorial puede publicar varias obras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895344"/>
            <a:ext cx="7827264" cy="603504"/>
          </a:xfrm>
          <a:prstGeom prst="rect">
            <a:avLst/>
          </a:prstGeom>
          <a:solidFill>
            <a:srgbClr val="E7F5FA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4005072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AUTOR + EJEMPLAR → RESERVA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4005072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La ficha puede ofrecer una opción de reserva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91947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99262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Una clave primaria identifica un registro; una clave foránea referencia otro registro y permite aplicar integridad referencial.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Microsoft Learn, restricciones de claves · Elmasri y Navathe, diseño relacional  ·  as of 6 de octubre de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Separar título y ejemplar reduce datos repetidos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NORMALIZACIÓN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OBRA BIBLIOGRÁFICA PUEDE CONTAR CON VARIAS COPIAS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3547872" cy="21762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92224"/>
            <a:ext cx="3255264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REGISTRO REPETIDO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03120"/>
            <a:ext cx="3255264" cy="16459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Ejemplar E-104 · obra · autor
Ejemplar E-105 · obra · autor
Ejemplar E-106 · obra · autor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9472" y="1664208"/>
            <a:ext cx="3547872" cy="217627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65776" y="1792224"/>
            <a:ext cx="3255264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ESTRUCTURA SEPARADA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103120"/>
            <a:ext cx="3255264" cy="16459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OBRA: ISBN · nombre · autor
EJEMPLAR: código · ubicación · disponibilidad · id_titulo
Cada copia referencia un único título.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45736" y="2706624"/>
            <a:ext cx="137160" cy="0"/>
          </a:xfrm>
          <a:prstGeom prst="line">
            <a:avLst/>
          </a:prstGeom>
          <a:ln w="1905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594360" y="437083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444398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separación reduce redundancia y evita que una corrección bibliográfica deba repetirse en cada copia.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Elmasri y Navathe, Fundamentos de sistemas de bases de datos · Microsoft, normalización  ·  as of 6 de octubre de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registros públicos del catálogo UPDS permiten proponer un modelo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DATOS INSTITUCIONALES PUBLICADOS Y DECISIONES DEL MODELO SE PRESENTAN POR SEPARADO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OBRAS
fichas públicas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0662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
datos consultables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1830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DISPONIBILIDAD
visible en fichas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9984" y="1645920"/>
            <a:ext cx="1737360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4848" y="1645920"/>
            <a:ext cx="1627631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RESERVA
opción en registro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18688"/>
            <a:ext cx="3520440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346704"/>
            <a:ext cx="32278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0075A9"/>
                </a:solidFill>
                <a:latin typeface="Calibri"/>
              </a:rPr>
              <a:t>OBSERVABLE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3657600"/>
            <a:ext cx="3227832" cy="7315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D4696"/>
                </a:solidFill>
                <a:latin typeface="Calibri"/>
              </a:rPr>
              <a:t>Fichas · ejemplares · disponibilidad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73168" y="3218688"/>
            <a:ext cx="3520440" cy="126187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3346704"/>
            <a:ext cx="32278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0075A9"/>
                </a:solidFill>
                <a:latin typeface="Calibri"/>
              </a:rPr>
              <a:t>MODELO PROPUESTO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3657600"/>
            <a:ext cx="3227832" cy="7315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Obra · autor · editorial · ejemplar · reserva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81728"/>
            <a:ext cx="38404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44546A"/>
                </a:solidFill>
                <a:latin typeface="Calibri"/>
              </a:rPr>
              <a:t>El catálogo muestra datos bibliográficos y ejemplares.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6" y="4681728"/>
            <a:ext cx="38404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44546A"/>
                </a:solidFill>
                <a:latin typeface="Calibri"/>
              </a:rPr>
              <a:t>El diagrama propone entidades y relaciones para representarlos.</a:t>
            </a:r>
          </a:p>
        </p:txBody>
      </p:sp>
      <p:sp>
        <p:nvSpPr>
          <p:cNvPr id="23" name="TextBox 22">
            <a:hlinkClick r:id="rId2"/>
          </p:cNvPr>
          <p:cNvSpPr txBox="1"/>
          <p:nvPr/>
        </p:nvSpPr>
        <p:spPr>
          <a:xfrm>
            <a:off x="804672" y="5084064"/>
            <a:ext cx="288036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estructura conceptual propuesta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Tres libros en español disponibles en catálogos bolivianos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Datos, modelos y diagramas de clases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Fundamentos de sistemas de bases de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Shamkant B. Navathe · 3.ª edición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Tecnología y diseño de bases de 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Mario Piattini Velthuis · 1.ª edición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CATÁLOGO UPDS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Bases de datos con SQL Server 2012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Maribel Sabana · Megabyte · 2013 · 575 p.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6903720" y="4937760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UPDS 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Catálogo digital UCB Santa Cruz · Catálogo UPDS · referencias registradas por tema  ·  as of 6 de octubre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Datos, modelos y diagramas de clases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04</dc:subject>
  <cp:keywords>UPDS, bases de datos, clases, modelo entidad-relación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