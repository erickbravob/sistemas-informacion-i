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449" TargetMode="External"/><Relationship Id="rId3" Type="http://schemas.openxmlformats.org/officeDocument/2006/relationships/hyperlink" Target="https://dspace.scz.ucb.edu.bo/dspace/handle/123456789/10114" TargetMode="External"/><Relationship Id="rId4" Type="http://schemas.openxmlformats.org/officeDocument/2006/relationships/hyperlink" Target="https://biblioteca.upds.edu.bo/biblioteca/index.php?lvl=more_results&amp;mode=keyword&amp;tags=ok&amp;user_query=Base+de+dato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DATOS, MODELOS Y DIAGRAMAS DE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nivel de modelo responde una pregunta distinta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DISEÑO PASA DE LOS CONCEPTOS DEL DOMINIO A LA IMPLEMENTACIÓN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CONCEPTUAL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conceptos existen?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Usuario · Préstamo · Ejemplar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2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¿Qué atributos y reglas los unen?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Claves · cardinalidades · relaciones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32304" cy="19019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13969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FÍSICO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267712"/>
            <a:ext cx="2139696" cy="13716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¿Cómo se implementan?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D4696"/>
                </a:solidFill>
                <a:latin typeface="Calibri"/>
              </a:rPr>
              <a:t>Tipos · índices · restricciones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779776"/>
            <a:ext cx="237743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833872" y="2779776"/>
            <a:ext cx="237744" cy="0"/>
          </a:xfrm>
          <a:prstGeom prst="line">
            <a:avLst/>
          </a:prstGeom>
          <a:ln w="2032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8" name="Rounded Rectangle 17"/>
          <p:cNvSpPr/>
          <p:nvPr/>
        </p:nvSpPr>
        <p:spPr>
          <a:xfrm>
            <a:off x="594360" y="4343400"/>
            <a:ext cx="7726679" cy="493776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16552"/>
            <a:ext cx="7434071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nivel conceptual evita decidir el motor antes de entender los datos y las reglas del sistema.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Oracle, SQL Developer Data Modeler Concepts · Elmasri y Navathe, Fundamentos de bases de datos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clases describen estructura y vínculos entre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VISTA ORIENTADA A OBJETOS PUEDE INCLUIR PROPIEDADES Y OPERACIONES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idUsuario: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nombre: 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901952"/>
            <a:ext cx="2029968" cy="1353312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idPrestamo: entero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fecha: fecha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registrarDevolucion()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1901952"/>
            <a:ext cx="2029968" cy="1353312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975104"/>
            <a:ext cx="1883664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295144"/>
            <a:ext cx="1773936" cy="8961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idEjemplar: entero
ubicación · disponibilidad: Estado
cambiarEstado()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4912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5614416" y="2578608"/>
            <a:ext cx="786384" cy="0"/>
          </a:xfrm>
          <a:prstGeom prst="line">
            <a:avLst/>
          </a:prstGeom>
          <a:ln w="20320">
            <a:solidFill>
              <a:srgbClr val="416CBB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240487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1  —  0..*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2" y="1609344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4696"/>
                </a:solidFill>
                <a:latin typeface="Calibri"/>
              </a:rPr>
              <a:t>0..*  — 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85615"/>
            <a:ext cx="7479792" cy="51206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Las clases agrupan objetos; las asociaciones relacionan tipos y su multiplicidad cuenta cuántas instancias participan. Una asociación no equivale por sí sola a una tabla.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2.5.1, cláusula 11 · ejemplo de análisis bibliotecario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modelo lógico ordena entidades, atributos y claves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MODELO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PÚBLICO; ESQUEMA INTERNO NO OBSERVABLE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AUTOR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id_autor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id_editorial
nombre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6"/>
            <a:ext cx="1920240" cy="1243584"/>
          </a:xfrm>
          <a:prstGeom prst="rect">
            <a:avLst/>
          </a:prstGeom>
          <a:solidFill>
            <a:srgbClr val="EAF2F8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2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id_ejemplar
FK id_obra
ubicación · disponibilidad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931152" y="1682496"/>
            <a:ext cx="1920240" cy="1243584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755648"/>
            <a:ext cx="177393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2075688"/>
            <a:ext cx="1664208" cy="7863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id_obra
isbn · título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59152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4535424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6711696" y="2304288"/>
            <a:ext cx="182880" cy="0"/>
          </a:xfrm>
          <a:prstGeom prst="line">
            <a:avLst/>
          </a:prstGeom>
          <a:ln w="15875">
            <a:solidFill>
              <a:srgbClr val="416CBB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2167128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1399032"/>
            <a:ext cx="4572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696"/>
                </a:solidFill>
                <a:latin typeface="Calibri"/>
              </a:rPr>
              <a:t>N :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86200"/>
            <a:ext cx="2011680" cy="1069848"/>
          </a:xfrm>
          <a:prstGeom prst="rect">
            <a:avLst/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959352"/>
            <a:ext cx="1865376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D4696"/>
                </a:solidFill>
                <a:latin typeface="Calibri"/>
              </a:rPr>
              <a:t>RESERVA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4279392"/>
            <a:ext cx="1755648" cy="6126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>PK id_reserva
FK id_ejemplar · fecha · estado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62456" y="2926080"/>
            <a:ext cx="0" cy="53035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362456" y="3456432"/>
            <a:ext cx="2569464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3931920" y="3456432"/>
            <a:ext cx="0" cy="42976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715000" y="2926080"/>
            <a:ext cx="0" cy="621792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212080" y="3547872"/>
            <a:ext cx="502920" cy="0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212080" y="3547872"/>
            <a:ext cx="0" cy="338328"/>
          </a:xfrm>
          <a:prstGeom prst="line">
            <a:avLst/>
          </a:prstGeom>
          <a:ln w="15875">
            <a:solidFill>
              <a:srgbClr val="416CBB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331720" y="3255264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76672" y="3319272"/>
            <a:ext cx="566928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1" i="0">
                <a:solidFill>
                  <a:srgbClr val="1D4696"/>
                </a:solidFill>
                <a:latin typeface="Calibri"/>
              </a:rPr>
              <a:t>1 :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193792"/>
            <a:ext cx="7589520" cy="320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1E293B"/>
                </a:solidFill>
                <a:latin typeface="Calibri"/>
              </a:rPr>
              <a:t>Las relaciones vinculan la obra con autor, editorial y ejemplares; la reserva se asocia a una copia. El modelo no describe la base interna de UPDS.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Modelo conceptual derivado de los datos visibles en el catálogo UPDS · Elmasri y Navathe · diagrama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claves y cardinalidades sostienen el modelo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INTEGRIDAD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LAS RELACIONES DEL DOMINIO SE TRADUCEN A REFERENCIAS VERIFICABLES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591056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1 → N EDITORIAL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1591056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id_usuario aparece como FK en EDITORIAL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6000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EJEMPLAR 1 → N EDITORIAL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395728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Cada copia pertenece a una obra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90672"/>
            <a:ext cx="7827264" cy="603504"/>
          </a:xfrm>
          <a:prstGeom prst="rect">
            <a:avLst/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0400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OBRA 1 → N EJEMPLAR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200400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Una editorial puede publicar varias obras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7827264" cy="603504"/>
          </a:xfrm>
          <a:prstGeom prst="rect">
            <a:avLst/>
          </a:prstGeom>
          <a:solidFill>
            <a:srgbClr val="E7F5FA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005072"/>
            <a:ext cx="2816352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075A9"/>
                </a:solidFill>
                <a:latin typeface="Calibri"/>
              </a:rPr>
              <a:t>AUTOR + EJEMPLAR → RESERVA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05072"/>
            <a:ext cx="45720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D4696"/>
                </a:solidFill>
                <a:latin typeface="Calibri"/>
              </a:rPr>
              <a:t>La ficha puede ofrecer una opción de reserva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91947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9262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clave primaria identifica un registro; una clave foránea referencia otro registro y permite aplicar integridad referencial.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Microsoft Learn, restricciones de claves · Elmasri y Navathe, diseño relacional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Separar título y ejemplar reduce datos repetidos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NORMALIZACIÓN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OBRA BIBLIOGRÁFICA PUEDE CONTAR CON VARIAS COPIAS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REGISTRO REPETIDO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Ejemplar E-104 · obra · autor
Ejemplar E-105 · obra · autor
Ejemplar E-106 · obra · autor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664208"/>
            <a:ext cx="3547872" cy="21762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792224"/>
            <a:ext cx="3255264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ESTRUCTURA SEPARADA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103120"/>
            <a:ext cx="3255264" cy="16459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OBRA: ISBN · nombre · autor
EJEMPLAR: código · ubicación · disponibilidad · id_titulo
Cada copia referencia un único título.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5736" y="2706624"/>
            <a:ext cx="137160" cy="0"/>
          </a:xfrm>
          <a:prstGeom prst="line">
            <a:avLst/>
          </a:prstGeom>
          <a:ln w="1905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94360" y="437083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44398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separación reduce redundancia y evita que una corrección bibliográfica deba repetirse en cada copia.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Elmasri y Navathe, Fundamentos de sistemas de bases de datos · Microsoft, normalización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registros públicos del catálogo UPDS permiten proponer un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INSTITUCIONALES PUBLICADOS Y DECISIONES DEL MODELO SE PRESENTAN POR SEPARADO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OBRAS
fichas públicas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0662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datos consultables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8304" y="1645920"/>
            <a:ext cx="1901952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645920"/>
            <a:ext cx="1792224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
visible en fichas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9984" y="164592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645920"/>
            <a:ext cx="1627631" cy="10972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
opción en registro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OBSERVABLE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D4696"/>
                </a:solidFill>
                <a:latin typeface="Calibri"/>
              </a:rPr>
              <a:t>Fichas · ejemplares · disponibilidad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218688"/>
            <a:ext cx="3520440" cy="126187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143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346704"/>
            <a:ext cx="322783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0075A9"/>
                </a:solidFill>
                <a:latin typeface="Calibri"/>
              </a:rPr>
              <a:t>MODELO PROPUESTO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57600"/>
            <a:ext cx="3227832" cy="73151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D4696"/>
                </a:solidFill>
                <a:latin typeface="Calibri"/>
              </a:rPr>
              <a:t>Obra · autor · editorial · ejemplar · reserva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catálogo muestra datos bibliográficos y ejemplares.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4681728"/>
            <a:ext cx="38404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44546A"/>
                </a:solidFill>
                <a:latin typeface="Calibri"/>
              </a:rPr>
              <a:t>El diagrama propone entidades y relaciones para representarlos.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084064"/>
            <a:ext cx="288036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estructura conceptual propuesta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Datos, modelos y diagramas de clases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Fundamentos de sistemas de bases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Shamkant B. Navathe · 3.ª edición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Tecnología y diseño de bases de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Mario Piattini Velthuis · 1.ª edición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Bases de datos con SQL Server 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Maribel Sabana · Megabyte · 2013 · 575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Datos, modelos y diagramas de clases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04</dc:subject>
  <cp:keywords>UPDS, bases de datos, clases, modelo entidad-relación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