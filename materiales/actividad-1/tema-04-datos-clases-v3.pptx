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34d96f321418b" /><Relationship Type="http://schemas.openxmlformats.org/officeDocument/2006/relationships/extended-properties" Target="/docProps/app.xml" Id="Rdbfe8707aed04d75" /><Relationship Type="http://schemas.openxmlformats.org/officeDocument/2006/relationships/officeDocument" Target="/ppt/presentation.xml" Id="R48199a6d00994e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0cd99066241f6"/>
  </p:sldMasterIdLst>
  <p:notesMasterIdLst>
    <p:notesMasterId xmlns:r="http://schemas.openxmlformats.org/officeDocument/2006/relationships" r:id="R98bfac6d63be4957"/>
  </p:notesMasterIdLst>
  <p:sldIdLst>
    <p:sldId xmlns:r="http://schemas.openxmlformats.org/officeDocument/2006/relationships" id="256" r:id="Rbfa6a3211816488e"/>
    <p:sldId xmlns:r="http://schemas.openxmlformats.org/officeDocument/2006/relationships" id="257" r:id="R3d72b66828f04812"/>
    <p:sldId xmlns:r="http://schemas.openxmlformats.org/officeDocument/2006/relationships" id="258" r:id="R6ecd577cff224370"/>
    <p:sldId xmlns:r="http://schemas.openxmlformats.org/officeDocument/2006/relationships" id="259" r:id="R48a8094d3c2640b1"/>
    <p:sldId xmlns:r="http://schemas.openxmlformats.org/officeDocument/2006/relationships" id="260" r:id="Ra7ebf5643f5b441d"/>
    <p:sldId xmlns:r="http://schemas.openxmlformats.org/officeDocument/2006/relationships" id="261" r:id="Rea500cc3d4984604"/>
    <p:sldId xmlns:r="http://schemas.openxmlformats.org/officeDocument/2006/relationships" id="262" r:id="Rb1e3be985add41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41fb575544e6b" /><Relationship Type="http://schemas.openxmlformats.org/officeDocument/2006/relationships/slideMaster" Target="/ppt/slideMasters/slideMaster1.xml" Id="Rd520cd99066241f6" /><Relationship Type="http://schemas.openxmlformats.org/officeDocument/2006/relationships/notesMaster" Target="/ppt/notesMasters/notesMaster1.xml" Id="R98bfac6d63be4957" /><Relationship Type="http://schemas.openxmlformats.org/officeDocument/2006/relationships/presProps" Target="/ppt/presProps.xml" Id="R9c94fbdabfa04fb5" /><Relationship Type="http://schemas.openxmlformats.org/officeDocument/2006/relationships/tableStyles" Target="/ppt/tableStyles.xml" Id="R61773be84c664d2f" /><Relationship Type="http://schemas.openxmlformats.org/officeDocument/2006/relationships/slide" Target="/ppt/slides/slide1.xml" Id="Rbfa6a3211816488e" /><Relationship Type="http://schemas.openxmlformats.org/officeDocument/2006/relationships/slide" Target="/ppt/slides/slide2.xml" Id="R3d72b66828f04812" /><Relationship Type="http://schemas.openxmlformats.org/officeDocument/2006/relationships/slide" Target="/ppt/slides/slide3.xml" Id="R6ecd577cff224370" /><Relationship Type="http://schemas.openxmlformats.org/officeDocument/2006/relationships/slide" Target="/ppt/slides/slide4.xml" Id="R48a8094d3c2640b1" /><Relationship Type="http://schemas.openxmlformats.org/officeDocument/2006/relationships/slide" Target="/ppt/slides/slide5.xml" Id="Ra7ebf5643f5b441d" /><Relationship Type="http://schemas.openxmlformats.org/officeDocument/2006/relationships/slide" Target="/ppt/slides/slide6.xml" Id="Rea500cc3d4984604" /><Relationship Type="http://schemas.openxmlformats.org/officeDocument/2006/relationships/slide" Target="/ppt/slides/slide7.xml" Id="Rb1e3be985add41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53ab7de8d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1745f08d944be" /><Relationship Type="http://schemas.openxmlformats.org/officeDocument/2006/relationships/notesMaster" Target="/ppt/notesMasters/notesMaster1.xml" Id="R096ed2b6b6e04c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fe0800c704afd" /><Relationship Type="http://schemas.openxmlformats.org/officeDocument/2006/relationships/notesMaster" Target="/ppt/notesMasters/notesMaster1.xml" Id="R64c13a68d11842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aabb5463dd4d71" /><Relationship Type="http://schemas.openxmlformats.org/officeDocument/2006/relationships/notesMaster" Target="/ppt/notesMasters/notesMaster1.xml" Id="R2a2354b3ccb3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304b42941c424e" /><Relationship Type="http://schemas.openxmlformats.org/officeDocument/2006/relationships/notesMaster" Target="/ppt/notesMasters/notesMaster1.xml" Id="Rf7ece9f6f0e5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17adc6b5c4427e" /><Relationship Type="http://schemas.openxmlformats.org/officeDocument/2006/relationships/notesMaster" Target="/ppt/notesMasters/notesMaster1.xml" Id="Rcaacdb9a31c1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34354903d347f8" /><Relationship Type="http://schemas.openxmlformats.org/officeDocument/2006/relationships/notesMaster" Target="/ppt/notesMasters/notesMaster1.xml" Id="R400e3367b28c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6f6e39d2684058" /><Relationship Type="http://schemas.openxmlformats.org/officeDocument/2006/relationships/notesMaster" Target="/ppt/notesMasters/notesMaster1.xml" Id="Radbd8372b9f2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tema asignado al grupo, los nombres completos de los cinco integrantes y la pregunta guía. La fotografía del grupo debe agregarse cuando esté disponible. La exposición dura diez minutos, dos minutos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Conceptual, lógico y físico: El modelo conceptual explica qué conceptos del dominio existen y qué reglas los relacionan, sin depender de un producto de base de datos. En el nivel lógico aparecen atributos, identificadores, cardinalidades y restricciones con más precisión. El nivel físico define tablas, tipos, índices, almacenamiento y sintaxis para un motor específico. La separación permite revisar primero el significado de los datos y luego sus decisiones técnicas. Conceptual: un estudiante realiza préstamos; cada préstamo corresponde a un ejemplar. Lógico: Préstamo incluye identificadores de estudiante y ejemplar, fechas y estado. Físico: INTEGER, VARCHAR, índices y sintaxis se determinan al elegir el gestor y las reglas de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UML de clases y entidad-relación: Una clase UML especifica un tipo de objetos, sus propiedades, operaciones y asociaciones. La multiplicidad indica cuántas instancias pueden participar en cada extremo de una relación. Un modelo entidad-relación se concentra en la estructura de los datos: entidades, atributos, identificadores y vínculos. En su implementación relacional, esos vínculos se traducen con claves primarias y foráneas. Ambos modelos pueden representar la misma biblioteca, pero responden a preguntas distintas y no son notaciones intercambiables. En UML, Estudiante 1 — 0..* Préstamo significa que una instancia de Estudiante puede asociarse con cero o varios préstamos. En el esquema relacional, PRESTAMO guarda estudiante_id como clave foránea hacia ESTUDIANTE. UML también puede mostrar solicitarPrestamo(); el esquema entidad-relación no describe por sí mismo una operación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Identidad e integridad referencial: Una clave primaria identifica de forma única cada fila de una tabla. Una clave foránea conserva una referencia a la fila relacionada y permite que el gestor compruebe la integridad referencial. En el ejemplo, separar Título de Ejemplar evita repetir el mismo ISBN, nombre y autor por cada copia física. Préstamo conecta a una persona con una copia y conserva las fechas que describen ese evento. TITULO(title_id PK) se relaciona con EJEMPLAR(title_id FK). ESTUDIANTE(student_id PK) se relaciona con PRESTAMO(student_id FK). Un ejemplar participa en varios préstamos históricos; las reglas adicionales limitan los préstamos activos simultáneos.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diagrama de izquierda a derecha. Señalar que el ejemplo de biblioteca es didáctico y no constituye un requisito del proyecto final. 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clave primaria identifica de forma única cada fila de una tabla. Una clave foránea conserva una referencia a la fila relacionada y permite que el gestor compruebe la integridad referencial. En el ejemplo, separar Título de Ejemplar evita repetir el mismo ISBN, nombre y autor por cada copia física. Préstamo conecta a una persona con una copia y conserva las fechas que describen ese evento.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TITULO(title_id PK) se relaciona con EJEMPLAR(title_id FK).</a:t>
            </a:r>
          </a:p>
          <a:p xmlns:a="http://schemas.openxmlformats.org/drawingml/2006/main">
            <a:r>
              <a:t>ESTUDIANTE(student_id PK) se relaciona con PRESTAMO(student_id FK).</a:t>
            </a:r>
          </a:p>
          <a:p xmlns:a="http://schemas.openxmlformats.org/drawingml/2006/main">
            <a:r>
              <a:t>Un ejemplar participa en varios préstamos históricos; las reglas adicionales limitan los préstamos activos simultáneos.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clave primaria identifica de forma única cada fila de una tabla. Una clave foránea conserva una referencia a la fila relacionada y permite que el gestor compruebe la integridad referencial. En el ejemplo, separar Título de Ejemplar evita repetir el mismo ISBN, nombre y autor por cada copia física. Préstamo conecta a una persona con una copia y conserva las fechas que describen ese evento.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TITULO(title_id PK) se relaciona con EJEMPLAR(title_id FK).</a:t>
            </a:r>
          </a:p>
          <a:p xmlns:a="http://schemas.openxmlformats.org/drawingml/2006/main">
            <a:r>
              <a:t>ESTUDIANTE(student_id PK) se relaciona con PRESTAMO(student_id FK).</a:t>
            </a:r>
          </a:p>
          <a:p xmlns:a="http://schemas.openxmlformats.org/drawingml/2006/main">
            <a:r>
              <a:t>Un ejemplar participa en varios préstamos históricos; las reglas adicionales limitan los préstamos activos simultáneos.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 física sugerida: Bases de datos con SQL Server 2012. Maribel Sabana, 2013. https://biblioteca.upds.edu.bo/biblioteca/index.php?lvl=more_results&amp;mode=keyword&amp;tags=ok&amp;user_query=Base+de+datos</a:t>
            </a:r>
          </a:p>
          <a:p xmlns:a="http://schemas.openxmlformats.org/drawingml/2006/main">
            <a:r>
              <a:t>El catálogo UPDS lo identifica como impreso y registra ejemplares disponibles en Biblioteca Tarija; confirma estado y préstamo al consultarlo.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técnicas complementarias: • Object Management Group. (2017). Unified Modeling Language (UML), Version 2.5.1, Clause 11: Classes.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Oracle. (2018). SQL Developer Data Modeler Concepts and Usage, Version 18.1, Section 1.4: Approaches to Data Modeling.</a:t>
            </a:r>
          </a:p>
          <a:p xmlns:a="http://schemas.openxmlformats.org/drawingml/2006/main">
            <a:r>
              <a:t>  https://docs.oracle.com/database/sql-developer-data-modeler-18.1/DMDUG/data-modeler-concepts-usage.htm</a:t>
            </a:r>
          </a:p>
          <a:p xmlns:a="http://schemas.openxmlformats.org/drawingml/2006/main">
            <a:r>
              <a:t>• Microsoft. (s. f.). Primary and foreign key constraints.</a:t>
            </a:r>
          </a:p>
          <a:p xmlns:a="http://schemas.openxmlformats.org/drawingml/2006/main">
            <a:r>
              <a:t>  https://learn.microsoft.com/en-us/sql/relational-databases/tables/primary-and-foreign-key-constraints?view=sql-server-ver16</a:t>
            </a:r>
          </a:p>
          <a:p xmlns:a="http://schemas.openxmlformats.org/drawingml/2006/main">
            <a:r>
              <a:t>• Microsoft. (s. f.). Database normalization description.</a:t>
            </a:r>
          </a:p>
          <a:p xmlns:a="http://schemas.openxmlformats.org/drawingml/2006/main">
            <a:r>
              <a:t>  https://learn.microsoft.com/en-us/office/troubleshoot/access/database-normalization-description</a:t>
            </a:r>
          </a:p>
          <a:p xmlns:a="http://schemas.openxmlformats.org/drawingml/2006/main">
            <a:r>
              <a:t>Disponibilidad de los libros digitales mediante UPDS pendiente de verificar con cuenta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6081242554d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6d4b0896c4cb9" /><Relationship Type="http://schemas.openxmlformats.org/officeDocument/2006/relationships/slideLayout" Target="/ppt/slideLayouts/slideLayout1.xml" Id="Red711023bd0c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11023bd0c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aa617e22482a" /><Relationship Type="http://schemas.openxmlformats.org/officeDocument/2006/relationships/notesSlide" Target="/ppt/notesSlides/notesSlide1.xml" Id="R6b5231a26cc649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de1597c584bed" /><Relationship Type="http://schemas.openxmlformats.org/officeDocument/2006/relationships/notesSlide" Target="/ppt/notesSlides/notesSlide2.xml" Id="R5f02ab2f0bde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f7bb9ff404552" /><Relationship Type="http://schemas.openxmlformats.org/officeDocument/2006/relationships/notesSlide" Target="/ppt/notesSlides/notesSlide3.xml" Id="R53c6a7d0e45f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33412fa72455d" /><Relationship Type="http://schemas.openxmlformats.org/officeDocument/2006/relationships/notesSlide" Target="/ppt/notesSlides/notesSlide4.xml" Id="R2b0339506dba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948ddfcc49ac" /><Relationship Type="http://schemas.openxmlformats.org/officeDocument/2006/relationships/notesSlide" Target="/ppt/notesSlides/notesSlide5.xml" Id="Re5006ac67c364b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5503c0a924f64" /><Relationship Type="http://schemas.openxmlformats.org/officeDocument/2006/relationships/notesSlide" Target="/ppt/notesSlides/notesSlide6.xml" Id="Rd189934138fb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42b60bb834c09" /><Relationship Type="http://schemas.openxmlformats.org/officeDocument/2006/relationships/notesSlide" Target="/ppt/notesSlides/notesSlide7.xml" Id="R619c0e018f324b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48EF9-7233-4265-9C6E-E839241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265AD-8968-4279-92EF-75A0586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ACTIVIDAD 1  /  INVESTIGACIÓN Y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16C77-1EB6-4084-888D-1FB2C677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Datos, modelos y diagramas de clases y entidad-relación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D9B3A-9486-4D51-9145-DFD6EB3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723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4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4E1"/>
                </a:solidFill>
                <a:latin typeface="Arial"/>
                <a:ea typeface="Arial"/>
                <a:cs typeface="Arial"/>
              </a:rPr>
              <a:t>¿Qué información conserva el sistema y cómo se representan sus relaciones?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CEC07-9944-46FF-9EAD-6562788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C8"/>
                </a:solidFill>
                <a:latin typeface="Arial"/>
                <a:ea typeface="Arial"/>
                <a:cs typeface="Arial"/>
              </a:rPr>
              <a:t>10 minutos  ·  5 integrantes  ·  Ejemplo didáctico: biblioteca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8092A-83AD-400D-A9E5-0B5F696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800350" cy="30289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68202-F5A9-40E8-B35B-B223946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495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350B1-5FFF-42B9-9BC1-A120562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74BA4-6419-4755-878C-FD2F3D1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2CF93-7EFE-428B-91F2-6F2634F6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2457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Agregar foto real del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62999-9BCB-4551-BD27-7DEFC8E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Universidad  /  Sistemas de Información I</a:t>
            </a:r>
          </a:p>
        </p:txBody>
      </p:sp>
    </p:spTree>
    <p:extLst>
      <p:ext uri="{BB962C8B-B14F-4D97-AF65-F5344CB8AC3E}">
        <p14:creationId xmlns:p14="http://schemas.microsoft.com/office/powerpoint/2010/main" val="1406418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79A9F-6AC9-4601-887A-07F3BBFC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F7FC1-E5CE-4B99-A471-46A23752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623C5-16A7-4989-9CDA-0CC7BAD6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3596D-B6C5-4A4B-9346-65815EFA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1923-76D3-40F3-AC3D-0DCB79C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22E49-4DC2-4F7D-95F4-364D104F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37402-66B8-41D1-93F3-75535623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BCB9-30C8-4564-BA5F-311D5A7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Conceptos centrales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4E7A9-D4F4-49D1-BFD8-6BEE8B8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La misma biblioteca descrita como dominio, estructura orientada a objetos y datos relacionados.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DA32-D061-436B-AD8A-305D4032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650A3-1FF0-4413-8C05-8EC87739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Conceptual, lógico y físico: El modelo conceptual explica qué conceptos del dominio existen y qué reglas los relacionan, sin depender de un producto de base de datos. En el nivel lógico aparecen atributos, identificadores, cardinalidades y restricciones con más precisión. El nivel físico define tablas, tipos, índices, almacenamiento y sintaxis para un motor específico. La separación permite revisar primero el significado de los datos y luego sus decisiones técnicas.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6E822-A267-4AF3-89A8-B8D9D4D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B5D02-2DD3-4832-AC4C-3E7B74B7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UML de clases y entidad-relación: Una clase UML especifica un tipo de objetos, sus propiedades, operaciones y asociaciones. La multiplicidad indica cuántas instancias pueden participar en cada extremo de una relación. Un modelo entidad-relación se concentra en la estructura de los datos: entidades, atributos, identificadores y vínculos. En su implementación relacional, esos vínculos se traducen con claves primarias y foráneas. Ambos modelos pueden representar la misma biblioteca, pero responden a preguntas distintas y no son notaciones intercambiables.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2AAD-2FF1-4FFF-90E1-5969ABD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12A84-2691-4F30-AB9E-B9C27200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Identidad e integridad referencial: Una clave primaria identifica de forma única cada fila de una tabla. Una clave foránea conserva una referencia a la fila relacionada y permite que el gestor compruebe la integridad referencial. En el ejemplo, separar Título de Ejemplar evita repetir el mismo ISBN, nombre y autor por cada copia física. Préstamo conecta a una persona con una copia y conserva las fechas que describen ese evento.</a:t>
            </a:r>
          </a:p>
        </p:txBody>
      </p:sp>
    </p:spTree>
    <p:extLst>
      <p:ext uri="{BB962C8B-B14F-4D97-AF65-F5344CB8AC3E}">
        <p14:creationId xmlns:p14="http://schemas.microsoft.com/office/powerpoint/2010/main" val="1309812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5369D-A068-4D42-A97F-95AD069E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B198E-7130-4578-9EA8-FFFB661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4EAD5-A262-4784-AC33-5DF513F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CC0A8-AE9C-4C6B-A880-684D307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1AD7F-6C01-4BB0-938B-A26C4D3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C6BC1-A3D7-497B-82DD-F5E6249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5EC2-BB0D-42FD-9E48-10D6640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DE LA IDEA AL DISEÑO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1CEC8-ADC0-407F-A8B0-FB9BAB7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Tres niveles de datos; una estructura de clases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20FC6-E56D-4AEC-BE56-483CC2E9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Separa reglas del dominio de las decisiones del gestor de base de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CB5F8-E34E-44D3-A0D5-DBBB586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A658A-705A-4E9F-A769-A34E3AA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CONCEPTUAL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EF166-59FE-44E2-AA2F-2063291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Entidades y relaciones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37423-BC5A-4436-BFF2-6E4BC94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147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DF92A-1E1F-4DCC-9D57-EAE2C9C1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5BE4E-ECF3-4B0D-9757-B98427F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B7E3C4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9CA70-822D-41AA-9A0D-AF65B55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LÓGICO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E91BE-C621-4365-AE84-E8AC9C0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Atributos, claves y reglas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C3623-52CB-4898-A003-D1D4F91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147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172EF-5451-42DB-8E57-794C766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43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11999-38C1-4DDE-9EF4-89F339B3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F3C81-CE28-4023-9A5E-D445AD6C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FÍSICO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1F59F-736E-4CC7-99A7-8D2B2D8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Tablas, tipos e índices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175A6-2F52-4CE5-AD6E-54E6764F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7620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B8E70-7827-4E15-806A-433CC7A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Estudiante  1 ─── 0..*  Préstamo  *..1 ─── 1  Ejemplar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71308-523A-4112-8922-036FB30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340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La clase representa estructura y comportamiento; el esquema físico implementa almacenamiento.</a:t>
            </a:r>
          </a:p>
        </p:txBody>
      </p:sp>
    </p:spTree>
    <p:extLst>
      <p:ext uri="{BB962C8B-B14F-4D97-AF65-F5344CB8AC3E}">
        <p14:creationId xmlns:p14="http://schemas.microsoft.com/office/powerpoint/2010/main" val="812040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3BB06-D41D-4D56-8C79-D21BBFB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BCCA8-94CA-47B2-B7B5-42DA2738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78EEF-ED9B-4BC3-9128-13229C68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34597-DD93-4589-BB0E-0EB74E0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A3D9B-CEF6-40AB-9136-4E8D1C4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8E516-FB2F-4753-9AB6-C148A526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CD08B-B619-463A-B060-E6803AC6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0DB17-A8EF-4632-BE00-5CF655D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Un ejemplo paso a paso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3F23-F471-40DE-BCFE-B8903AC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Caso ilustrativo de una biblioteca; validar las reglas antes de aplicarlas a un sistema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CAB13-61B2-4504-B597-FF964614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5C6D6-8B06-4967-BCFF-CF33391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TITULO(title_id PK) se relaciona con EJEMPLAR(title_id FK).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63130-55DF-46F9-9EE9-C4BCFBB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4A0C3-C653-4530-BF27-B754D94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ESTUDIANTE(student_id PK) se relaciona con PRESTAMO(student_id FK).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6B06A-E777-456A-B433-D33EE38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3882C-ECAA-4D34-B19A-C777744A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Un ejemplar participa en varios préstamos históricos; las reglas adicionales limitan los préstamos activos simultáneos.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C4B5E-F5D9-4D6B-83D9-BA321CE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19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042FA-C9E3-478B-BBE7-41BD64E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Pregunta para el curso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03132-74FA-467E-B5EC-ED089675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¿Qué dato, regla o evidencia faltaría para validar este modelo?</a:t>
            </a:r>
          </a:p>
        </p:txBody>
      </p:sp>
    </p:spTree>
    <p:extLst>
      <p:ext uri="{BB962C8B-B14F-4D97-AF65-F5344CB8AC3E}">
        <p14:creationId xmlns:p14="http://schemas.microsoft.com/office/powerpoint/2010/main" val="1906816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D20AE-0D08-452F-8252-E663D67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81314-ED9E-4E0D-9F28-39FAF33E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F3699-2682-43E4-A136-1E98E3F8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LECTURA DEL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966A9-2DB2-4CD2-A631-C5968CC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1AD2C-322E-495B-8F2C-9DC474F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392C4-456D-47DB-ABC1-DAEA7A5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00BBF-E9D8-43FC-88DF-6ED4BEBA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IDEA CENTRAL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D3B74-A789-45E8-8AF4-C95F72C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Interpretación del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F4C74-FB49-410F-AC48-5ECDF5F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Datos, modelos y diagramas de clases y entidad-relación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CA2DE-641D-4512-9B67-839C702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0439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491F6-25D6-4B05-A037-F0D8FA3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B3A"/>
                </a:solidFill>
                <a:latin typeface="Arial"/>
                <a:ea typeface="Arial"/>
                <a:cs typeface="Arial"/>
              </a:rPr>
              <a:t>En el ejemplo, Estudiante, Préstamo, Ejemplar y Título forman conceptos relacionados. Un estudiante puede registrar muchos préstamos a lo largo del tiempo. Cada préstamo corresponde a un ejemplar, y cada ejemplar pertenece a un título. La clase UML puede incluir operaciones y asociaciones; el esquema relacional traduce la identidad y las relaciones a claves y restricciones. Las multiplicidades y claves deben coincidir para que ambas vistas expresen las mismas reglas.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7F50A-D55B-49E5-937C-88DD305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EE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5AD98-0818-4E2D-8E1E-066F996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Relación con el ejemplo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41F42-EA3F-4F46-8A57-C9F87D09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TITULO(title_id PK) se relaciona con EJEMPLAR(title_id FK).</a:t>
            </a:r>
          </a:p>
        </p:txBody>
      </p:sp>
    </p:spTree>
    <p:extLst>
      <p:ext uri="{BB962C8B-B14F-4D97-AF65-F5344CB8AC3E}">
        <p14:creationId xmlns:p14="http://schemas.microsoft.com/office/powerpoint/2010/main" val="796931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A5BA3-0E61-467C-A75E-3B57944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A4C6-B0C1-42C7-B6FB-8DDD80A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A9E43-1D31-499B-BC4C-5B33BB86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FUENTE FÍSICA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70AA0-0468-453E-8984-5AD8AEB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D905-6081-4664-AF69-A2904A98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E3B04-1151-4E88-9670-A923FB80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C2127-5F19-4DC1-82F5-38DBD35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LIBRO FÍSICO SUGERIDO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3E80E-6792-400A-8732-289439A4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Evidencia bibliográfica del 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79233-6552-4127-B80E-63F8DA1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El catálogo UPDS lo registra como impreso; confirme disponibilidad al consultarlo.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6B228-A865-4DF4-827B-A63525C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6D49C-2DDC-4D49-A238-8CA44C72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1005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Bases de datos con SQL Server 2012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0D3D0-D1CC-42EA-8CB7-781651B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005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Maribel Sabana · Megabyte · 2013 · 575 páginas · 1.ª edición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50BFB-FAA6-4D7A-AEBE-6214F1F1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857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27E1E-DC8A-495C-8531-40660C7A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45529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96163-BC07-48D2-9C80-4A050B8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96D67-C4E6-427B-A83C-07BD7D2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PORTADA O PÁGINA LEGAL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86EAB-D299-495B-95B8-C604DFE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D09CA-FA9C-4947-839B-4451630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4857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8AF44-A875-44FE-872A-1CB2EA28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45529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448A6-1523-484E-8AE3-FF18BA4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57675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5A3B3-BB10-434C-812D-86FAEDA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434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PÁGINA CONSULTADA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D6368-D49B-487C-80EC-D43ED635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339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Página relacionada con el tema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C87D8-952A-4F0D-85C5-6B14FDB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1043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4288">
            <a:solidFill>
              <a:srgbClr val="E8AA5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9D48B-59D2-452A-930E-960A119E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1005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Dos fotografías documentan el mismo libro: su identificación y la página utilizada.</a:t>
            </a:r>
          </a:p>
        </p:txBody>
      </p:sp>
    </p:spTree>
    <p:extLst>
      <p:ext uri="{BB962C8B-B14F-4D97-AF65-F5344CB8AC3E}">
        <p14:creationId xmlns:p14="http://schemas.microsoft.com/office/powerpoint/2010/main" val="2130850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44EBD-1F44-4700-B44D-C0A022EE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B3902-819B-4787-B630-48127AB4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53B3-8037-476E-AA6F-C53C922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BIBLIOGRAFÍA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A32BA-DB15-4A81-BBAC-40EC86F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AD6B7-D190-4084-8F75-176C2D2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DC56D-C5DC-4E0F-9DC5-51568C2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A7A5F-AE44-4E9B-B5F6-6F68864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F71CF-3E75-45CA-A3E8-B717D77C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Dos libros digitales y uno físico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5FF6C-EA17-4205-BC5B-B9F475F6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Referencias para ampliar este tema.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4DFC0-A543-4832-A1F5-50BF8CA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FD1A9-9FB1-4391-A268-78F3DEC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LIBRO DIGITAL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4BEF2-0F64-4054-A59A-A6223F8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Database Design – 2nd Edition · Adrienne Watt y Nelson Eng · 2.ª ed. · 2014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46B13-E688-4D6F-862B-1E68DCF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https://opentextbc.ca/dbdesign01/about/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369F1-3B2E-419B-BE8D-63E6BED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0439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EFC4B-0B0D-455D-8103-B90AE7A9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LIBRO DIGITAL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5486E-EF67-4B44-B73C-4B6DDE9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1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Database Systems: A Practical Approach to Design, Implementation, and Management · Thomas Connolly y Carolyn Begg · 6.ª ed. · 2021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3B02-21AE-4A57-A16B-6C0EB87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https://www.pearson.com/en-us/subject-catalog/p/database-systems-a-practical-approach-to-design-implementation-and-management/P200000003525/9780137517053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16DC7-7694-41EB-B94C-BFEF39D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39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9E41D-3681-4D7D-975F-B499070F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LIBRO FÍSICO · UPDS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19E26-0E3F-4D39-A76B-F341B68A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Bases de datos con SQL Server 2012 · Maribel Sabana · Megabyte · 2013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90999-C39B-4A41-8A60-28EAE787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https://biblioteca.upds.edu.bo/biblioteca/index.php?lvl=more_results&amp;mode=keyword&amp;tags=ok&amp;user_query=Base+de+datos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0FB01-0108-4045-A471-9971DD98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43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ED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A313B-4FC8-4452-A01A-C20A4DFA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El catálogo público no confirma si los libros digitales están incluidos en la licencia UPDS.</a:t>
            </a:r>
          </a:p>
        </p:txBody>
      </p:sp>
    </p:spTree>
    <p:extLst>
      <p:ext uri="{BB962C8B-B14F-4D97-AF65-F5344CB8AC3E}">
        <p14:creationId xmlns:p14="http://schemas.microsoft.com/office/powerpoint/2010/main" val="2040792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2026-10-06T14:16:49.6710000Z</dcterms:created>
  <dcterms:modified xsi:type="dcterms:W3CDTF">2026-10-06T14:16:49.6710000Z</dcterms:modified>
</coreProperties>
</file>