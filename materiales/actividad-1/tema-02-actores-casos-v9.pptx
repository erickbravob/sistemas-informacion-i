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7955279" cy="237744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/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7955279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4696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7955279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8488B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7955279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500" b="1">
                <a:solidFill>
                  <a:srgbClr val="18488B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visibles del catálogo UPDS se modelan como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VISIBLES EN EL CATÁLOGO PÚBLICO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CATÁLOGO PÚBLICO DE BIBLIOTECA UPDS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del catálogo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que reserva*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Buscar registros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Revisar ejemplares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disponibilidad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modelo representa interacciones públicas del catálogo. Los procesos internos de biblioteca quedan fuera del alcance.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funciones observables en sus registros · modelo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18–19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2" descr="tema-01-romero-portada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actores, casos de uso, catálogo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