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5"/>
    <p:sldId id="260" r:id="rId4"/>
    <p:sldId id="261" r:id="rId3"/>
    <p:sldId id="262" r:id="rId2"/>
    <p:sldId id="263" r:id="rId13"/>
    <p:sldId id="264" r:id="rId14"/>
    <p:sldId id="265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4396"/>
    <a:srgbClr val="000000"/>
    <a:srgbClr val="0085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8" d="100"/>
          <a:sy n="98" d="100"/>
        </p:scale>
        <p:origin x="993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7.xml"/><Relationship Id="rId3" Type="http://schemas.openxmlformats.org/officeDocument/2006/relationships/slide" Target="slides/slide6.xml"/><Relationship Id="rId4" Type="http://schemas.openxmlformats.org/officeDocument/2006/relationships/slide" Target="slides/slide5.xml"/><Relationship Id="rId5" Type="http://schemas.openxmlformats.org/officeDocument/2006/relationships/slide" Target="slides/slide4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>
            <a:off x="0" y="1371"/>
            <a:ext cx="9144000" cy="685525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493817"/>
            <a:ext cx="7772400" cy="1016145"/>
          </a:xfrm>
        </p:spPr>
        <p:txBody>
          <a:bodyPr anchor="b">
            <a:normAutofit/>
          </a:bodyPr>
          <a:lstStyle>
            <a:lvl1pPr algn="ctr">
              <a:defRPr sz="2800">
                <a:solidFill>
                  <a:srgbClr val="0085C0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0" y="685"/>
            <a:ext cx="9144000" cy="6856629"/>
          </a:xfrm>
          <a:prstGeom prst="rect">
            <a:avLst/>
          </a:prstGeom>
        </p:spPr>
      </p:pic>
      <p:sp>
        <p:nvSpPr>
          <p:cNvPr id="9" name="Marcador de texto 13"/>
          <p:cNvSpPr>
            <a:spLocks noGrp="1"/>
          </p:cNvSpPr>
          <p:nvPr>
            <p:ph type="body" sz="quarter" idx="14" hasCustomPrompt="1"/>
          </p:nvPr>
        </p:nvSpPr>
        <p:spPr>
          <a:xfrm>
            <a:off x="1550126" y="2876550"/>
            <a:ext cx="1114698" cy="1104900"/>
          </a:xfrm>
        </p:spPr>
        <p:txBody>
          <a:bodyPr anchor="ctr">
            <a:noAutofit/>
          </a:bodyPr>
          <a:lstStyle>
            <a:lvl1pPr marL="0" indent="0" algn="ctr">
              <a:buNone/>
              <a:defRPr sz="8800">
                <a:solidFill>
                  <a:schemeClr val="bg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es-ES" dirty="0"/>
              <a:t>1</a:t>
            </a:r>
            <a:endParaRPr lang="es-MX" dirty="0"/>
          </a:p>
        </p:txBody>
      </p:sp>
      <p:sp>
        <p:nvSpPr>
          <p:cNvPr id="10" name="Marcador de texto 13"/>
          <p:cNvSpPr>
            <a:spLocks noGrp="1"/>
          </p:cNvSpPr>
          <p:nvPr>
            <p:ph type="body" sz="quarter" idx="15" hasCustomPrompt="1"/>
          </p:nvPr>
        </p:nvSpPr>
        <p:spPr>
          <a:xfrm>
            <a:off x="3405155" y="2876550"/>
            <a:ext cx="3779416" cy="1104900"/>
          </a:xfrm>
        </p:spPr>
        <p:txBody>
          <a:bodyPr anchor="ctr">
            <a:normAutofit/>
          </a:bodyPr>
          <a:lstStyle>
            <a:lvl1pPr marL="0" indent="0" algn="l">
              <a:buNone/>
              <a:defRPr sz="4000">
                <a:solidFill>
                  <a:srgbClr val="264396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es-ES" dirty="0"/>
              <a:t>TÍTULO</a:t>
            </a:r>
            <a:endParaRPr lang="es-MX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n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0" y="685"/>
            <a:ext cx="9144000" cy="6856629"/>
          </a:xfrm>
          <a:prstGeom prst="rect">
            <a:avLst/>
          </a:prstGeom>
        </p:spPr>
      </p:pic>
      <p:sp>
        <p:nvSpPr>
          <p:cNvPr id="9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80410" y="1402080"/>
            <a:ext cx="8577840" cy="470263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dirty="0"/>
              <a:t>Editar los estilos de texto del patrón</a:t>
            </a:r>
          </a:p>
        </p:txBody>
      </p:sp>
      <p:sp>
        <p:nvSpPr>
          <p:cNvPr id="10" name="Marcador de texto 13"/>
          <p:cNvSpPr>
            <a:spLocks noGrp="1"/>
          </p:cNvSpPr>
          <p:nvPr>
            <p:ph type="body" sz="quarter" idx="15" hasCustomPrompt="1"/>
          </p:nvPr>
        </p:nvSpPr>
        <p:spPr>
          <a:xfrm>
            <a:off x="280410" y="872605"/>
            <a:ext cx="7130039" cy="365125"/>
          </a:xfrm>
        </p:spPr>
        <p:txBody>
          <a:bodyPr anchor="ctr">
            <a:noAutofit/>
          </a:bodyPr>
          <a:lstStyle>
            <a:lvl1pPr marL="0" indent="0" algn="l">
              <a:buNone/>
              <a:defRPr sz="2400" b="1">
                <a:solidFill>
                  <a:srgbClr val="264396"/>
                </a:solidFill>
                <a:latin typeface="Calibri" panose="020F0502020204030204"/>
              </a:defRPr>
            </a:lvl1pPr>
          </a:lstStyle>
          <a:p>
            <a:pPr lvl="0"/>
            <a:r>
              <a:rPr lang="es-ES" dirty="0"/>
              <a:t>TÍTULO</a:t>
            </a:r>
            <a:endParaRPr lang="es-MX" dirty="0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sz="quarter" idx="16"/>
          </p:nvPr>
        </p:nvSpPr>
        <p:spPr>
          <a:xfrm>
            <a:off x="280410" y="2036693"/>
            <a:ext cx="8618537" cy="4552950"/>
          </a:xfrm>
        </p:spPr>
        <p:txBody>
          <a:bodyPr/>
          <a:lstStyle/>
          <a:p>
            <a:endParaRPr lang="es-MX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n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0" y="685"/>
            <a:ext cx="9144000" cy="6856629"/>
          </a:xfrm>
          <a:prstGeom prst="rect">
            <a:avLst/>
          </a:prstGeom>
        </p:spPr>
      </p:pic>
      <p:sp>
        <p:nvSpPr>
          <p:cNvPr id="9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80410" y="4894217"/>
            <a:ext cx="8577840" cy="166926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dirty="0"/>
              <a:t>Editar los estilos de texto del patrón</a:t>
            </a:r>
          </a:p>
        </p:txBody>
      </p:sp>
      <p:sp>
        <p:nvSpPr>
          <p:cNvPr id="14" name="Marcador de posición de imagen 13"/>
          <p:cNvSpPr>
            <a:spLocks noGrp="1"/>
          </p:cNvSpPr>
          <p:nvPr>
            <p:ph type="pic" sz="quarter" idx="10"/>
          </p:nvPr>
        </p:nvSpPr>
        <p:spPr>
          <a:xfrm>
            <a:off x="286760" y="914400"/>
            <a:ext cx="8577840" cy="3832225"/>
          </a:xfrm>
        </p:spPr>
        <p:txBody>
          <a:bodyPr/>
          <a:lstStyle/>
          <a:p>
            <a:endParaRPr lang="es-MX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0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80410" y="1201785"/>
            <a:ext cx="8577840" cy="4659083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dirty="0"/>
              <a:t>Editar los estilos de texto del patrón</a:t>
            </a:r>
          </a:p>
        </p:txBody>
      </p:sp>
      <p:sp>
        <p:nvSpPr>
          <p:cNvPr id="11" name="Marcador de texto 13"/>
          <p:cNvSpPr>
            <a:spLocks noGrp="1"/>
          </p:cNvSpPr>
          <p:nvPr>
            <p:ph type="body" sz="quarter" idx="15" hasCustomPrompt="1"/>
          </p:nvPr>
        </p:nvSpPr>
        <p:spPr>
          <a:xfrm>
            <a:off x="280410" y="158502"/>
            <a:ext cx="8577840" cy="365125"/>
          </a:xfrm>
        </p:spPr>
        <p:txBody>
          <a:bodyPr anchor="ctr">
            <a:noAutofit/>
          </a:bodyPr>
          <a:lstStyle>
            <a:lvl1pPr marL="0" indent="0" algn="l">
              <a:buNone/>
              <a:defRPr sz="2400" b="1">
                <a:solidFill>
                  <a:srgbClr val="264396"/>
                </a:solidFill>
                <a:latin typeface="Calibri" panose="020F0502020204030204"/>
              </a:defRPr>
            </a:lvl1pPr>
          </a:lstStyle>
          <a:p>
            <a:pPr lvl="0"/>
            <a:r>
              <a:rPr lang="es-ES" dirty="0"/>
              <a:t>TÍTULO</a:t>
            </a:r>
            <a:endParaRPr lang="es-MX" dirty="0"/>
          </a:p>
        </p:txBody>
      </p:sp>
      <p:sp>
        <p:nvSpPr>
          <p:cNvPr id="12" name="Marcador de texto 13"/>
          <p:cNvSpPr>
            <a:spLocks noGrp="1"/>
          </p:cNvSpPr>
          <p:nvPr>
            <p:ph type="body" sz="quarter" idx="16" hasCustomPrompt="1"/>
          </p:nvPr>
        </p:nvSpPr>
        <p:spPr>
          <a:xfrm>
            <a:off x="472140" y="760130"/>
            <a:ext cx="8386109" cy="289818"/>
          </a:xfrm>
        </p:spPr>
        <p:txBody>
          <a:bodyPr anchor="ctr">
            <a:noAutofit/>
          </a:bodyPr>
          <a:lstStyle>
            <a:lvl1pPr marL="0" indent="0" algn="l">
              <a:buNone/>
              <a:defRPr sz="1800">
                <a:solidFill>
                  <a:srgbClr val="27BCEE"/>
                </a:solidFill>
                <a:latin typeface="+mn-lt"/>
              </a:defRPr>
            </a:lvl1pPr>
          </a:lstStyle>
          <a:p>
            <a:pPr lvl="0"/>
            <a:r>
              <a:rPr lang="es-ES" dirty="0"/>
              <a:t>SUBTÍTULO</a:t>
            </a:r>
            <a:endParaRPr lang="es-MX" dirty="0"/>
          </a:p>
        </p:txBody>
      </p:sp>
      <p:sp>
        <p:nvSpPr>
          <p:cNvPr id="13" name="Triángulo isósceles 12"/>
          <p:cNvSpPr/>
          <p:nvPr userDrawn="1"/>
        </p:nvSpPr>
        <p:spPr>
          <a:xfrm rot="5400000">
            <a:off x="234020" y="844174"/>
            <a:ext cx="214509" cy="121730"/>
          </a:xfrm>
          <a:prstGeom prst="triangle">
            <a:avLst/>
          </a:prstGeom>
          <a:solidFill>
            <a:srgbClr val="0085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na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0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80410" y="757647"/>
            <a:ext cx="8577840" cy="5103222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dirty="0"/>
              <a:t>Editar los estilos de texto del patrón</a:t>
            </a:r>
          </a:p>
        </p:txBody>
      </p:sp>
      <p:sp>
        <p:nvSpPr>
          <p:cNvPr id="11" name="Marcador de texto 13"/>
          <p:cNvSpPr>
            <a:spLocks noGrp="1"/>
          </p:cNvSpPr>
          <p:nvPr>
            <p:ph type="body" sz="quarter" idx="15" hasCustomPrompt="1"/>
          </p:nvPr>
        </p:nvSpPr>
        <p:spPr>
          <a:xfrm>
            <a:off x="280410" y="158502"/>
            <a:ext cx="8577840" cy="365125"/>
          </a:xfrm>
        </p:spPr>
        <p:txBody>
          <a:bodyPr anchor="ctr">
            <a:noAutofit/>
          </a:bodyPr>
          <a:lstStyle>
            <a:lvl1pPr marL="0" indent="0" algn="l">
              <a:buNone/>
              <a:defRPr sz="2400" b="1">
                <a:solidFill>
                  <a:srgbClr val="264396"/>
                </a:solidFill>
                <a:latin typeface="Calibri" panose="020F0502020204030204"/>
              </a:defRPr>
            </a:lvl1pPr>
          </a:lstStyle>
          <a:p>
            <a:pPr lvl="0"/>
            <a:r>
              <a:rPr lang="es-ES" dirty="0"/>
              <a:t>TÍTULO</a:t>
            </a:r>
            <a:endParaRPr lang="es-MX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con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1219" y="0"/>
            <a:ext cx="9141562" cy="6858000"/>
          </a:xfrm>
          <a:prstGeom prst="rect">
            <a:avLst/>
          </a:prstGeom>
        </p:spPr>
      </p:pic>
      <p:sp>
        <p:nvSpPr>
          <p:cNvPr id="12" name="Marcador de posición de imagen 13"/>
          <p:cNvSpPr>
            <a:spLocks noGrp="1"/>
          </p:cNvSpPr>
          <p:nvPr>
            <p:ph type="pic" sz="quarter" idx="13" hasCustomPrompt="1"/>
          </p:nvPr>
        </p:nvSpPr>
        <p:spPr>
          <a:xfrm>
            <a:off x="-8538" y="-3436"/>
            <a:ext cx="4282676" cy="6876499"/>
          </a:xfrm>
          <a:custGeom>
            <a:avLst/>
            <a:gdLst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000 w 10000"/>
              <a:gd name="connsiteY3" fmla="*/ 10000 h 10000"/>
              <a:gd name="connsiteX4" fmla="*/ 0 w 10000"/>
              <a:gd name="connsiteY4" fmla="*/ 10000 h 10000"/>
              <a:gd name="connsiteX0-1" fmla="*/ 0 w 10000"/>
              <a:gd name="connsiteY0-2" fmla="*/ 10026 h 10026"/>
              <a:gd name="connsiteX1-3" fmla="*/ 217 w 10000"/>
              <a:gd name="connsiteY1-4" fmla="*/ 0 h 10026"/>
              <a:gd name="connsiteX2-5" fmla="*/ 10000 w 10000"/>
              <a:gd name="connsiteY2-6" fmla="*/ 26 h 10026"/>
              <a:gd name="connsiteX3-7" fmla="*/ 8000 w 10000"/>
              <a:gd name="connsiteY3-8" fmla="*/ 10026 h 10026"/>
              <a:gd name="connsiteX4-9" fmla="*/ 0 w 10000"/>
              <a:gd name="connsiteY4-10" fmla="*/ 10026 h 10026"/>
              <a:gd name="connsiteX0-11" fmla="*/ 0 w 10000"/>
              <a:gd name="connsiteY0-12" fmla="*/ 10026 h 10026"/>
              <a:gd name="connsiteX1-13" fmla="*/ 217 w 10000"/>
              <a:gd name="connsiteY1-14" fmla="*/ 0 h 10026"/>
              <a:gd name="connsiteX2-15" fmla="*/ 10000 w 10000"/>
              <a:gd name="connsiteY2-16" fmla="*/ 26 h 10026"/>
              <a:gd name="connsiteX3-17" fmla="*/ 9889 w 10000"/>
              <a:gd name="connsiteY3-18" fmla="*/ 9974 h 10026"/>
              <a:gd name="connsiteX4-19" fmla="*/ 0 w 10000"/>
              <a:gd name="connsiteY4-20" fmla="*/ 10026 h 10026"/>
              <a:gd name="connsiteX0-21" fmla="*/ 958 w 9787"/>
              <a:gd name="connsiteY0-22" fmla="*/ 10000 h 10000"/>
              <a:gd name="connsiteX1-23" fmla="*/ 4 w 9787"/>
              <a:gd name="connsiteY1-24" fmla="*/ 0 h 10000"/>
              <a:gd name="connsiteX2-25" fmla="*/ 9787 w 9787"/>
              <a:gd name="connsiteY2-26" fmla="*/ 26 h 10000"/>
              <a:gd name="connsiteX3-27" fmla="*/ 9676 w 9787"/>
              <a:gd name="connsiteY3-28" fmla="*/ 9974 h 10000"/>
              <a:gd name="connsiteX4-29" fmla="*/ 958 w 9787"/>
              <a:gd name="connsiteY4-30" fmla="*/ 10000 h 10000"/>
              <a:gd name="connsiteX0-31" fmla="*/ 981 w 10002"/>
              <a:gd name="connsiteY0-32" fmla="*/ 10000 h 10000"/>
              <a:gd name="connsiteX1-33" fmla="*/ 6 w 10002"/>
              <a:gd name="connsiteY1-34" fmla="*/ 0 h 10000"/>
              <a:gd name="connsiteX2-35" fmla="*/ 10002 w 10002"/>
              <a:gd name="connsiteY2-36" fmla="*/ 26 h 10000"/>
              <a:gd name="connsiteX3-37" fmla="*/ 9889 w 10002"/>
              <a:gd name="connsiteY3-38" fmla="*/ 9974 h 10000"/>
              <a:gd name="connsiteX4-39" fmla="*/ 981 w 10002"/>
              <a:gd name="connsiteY4-40" fmla="*/ 10000 h 10000"/>
              <a:gd name="connsiteX0-41" fmla="*/ 975 w 9996"/>
              <a:gd name="connsiteY0-42" fmla="*/ 10000 h 10000"/>
              <a:gd name="connsiteX1-43" fmla="*/ 0 w 9996"/>
              <a:gd name="connsiteY1-44" fmla="*/ 0 h 10000"/>
              <a:gd name="connsiteX2-45" fmla="*/ 9996 w 9996"/>
              <a:gd name="connsiteY2-46" fmla="*/ 26 h 10000"/>
              <a:gd name="connsiteX3-47" fmla="*/ 9883 w 9996"/>
              <a:gd name="connsiteY3-48" fmla="*/ 9974 h 10000"/>
              <a:gd name="connsiteX4-49" fmla="*/ 975 w 9996"/>
              <a:gd name="connsiteY4-50" fmla="*/ 10000 h 10000"/>
              <a:gd name="connsiteX0-51" fmla="*/ 1023 w 10048"/>
              <a:gd name="connsiteY0-52" fmla="*/ 10000 h 10000"/>
              <a:gd name="connsiteX1-53" fmla="*/ 0 w 10048"/>
              <a:gd name="connsiteY1-54" fmla="*/ 0 h 10000"/>
              <a:gd name="connsiteX2-55" fmla="*/ 10048 w 10048"/>
              <a:gd name="connsiteY2-56" fmla="*/ 26 h 10000"/>
              <a:gd name="connsiteX3-57" fmla="*/ 9935 w 10048"/>
              <a:gd name="connsiteY3-58" fmla="*/ 9974 h 10000"/>
              <a:gd name="connsiteX4-59" fmla="*/ 1023 w 10048"/>
              <a:gd name="connsiteY4-60" fmla="*/ 10000 h 10000"/>
              <a:gd name="connsiteX0-61" fmla="*/ 1023 w 10048"/>
              <a:gd name="connsiteY0-62" fmla="*/ 10571 h 10571"/>
              <a:gd name="connsiteX1-63" fmla="*/ 0 w 10048"/>
              <a:gd name="connsiteY1-64" fmla="*/ 0 h 10571"/>
              <a:gd name="connsiteX2-65" fmla="*/ 10048 w 10048"/>
              <a:gd name="connsiteY2-66" fmla="*/ 597 h 10571"/>
              <a:gd name="connsiteX3-67" fmla="*/ 9935 w 10048"/>
              <a:gd name="connsiteY3-68" fmla="*/ 10545 h 10571"/>
              <a:gd name="connsiteX4-69" fmla="*/ 1023 w 10048"/>
              <a:gd name="connsiteY4-70" fmla="*/ 10571 h 10571"/>
              <a:gd name="connsiteX0-71" fmla="*/ 173 w 10225"/>
              <a:gd name="connsiteY0-72" fmla="*/ 11142 h 11142"/>
              <a:gd name="connsiteX1-73" fmla="*/ 177 w 10225"/>
              <a:gd name="connsiteY1-74" fmla="*/ 0 h 11142"/>
              <a:gd name="connsiteX2-75" fmla="*/ 10225 w 10225"/>
              <a:gd name="connsiteY2-76" fmla="*/ 597 h 11142"/>
              <a:gd name="connsiteX3-77" fmla="*/ 10112 w 10225"/>
              <a:gd name="connsiteY3-78" fmla="*/ 10545 h 11142"/>
              <a:gd name="connsiteX4-79" fmla="*/ 173 w 10225"/>
              <a:gd name="connsiteY4-80" fmla="*/ 11142 h 11142"/>
              <a:gd name="connsiteX0-81" fmla="*/ 51 w 10103"/>
              <a:gd name="connsiteY0-82" fmla="*/ 11142 h 11142"/>
              <a:gd name="connsiteX1-83" fmla="*/ 55 w 10103"/>
              <a:gd name="connsiteY1-84" fmla="*/ 0 h 11142"/>
              <a:gd name="connsiteX2-85" fmla="*/ 10103 w 10103"/>
              <a:gd name="connsiteY2-86" fmla="*/ 597 h 11142"/>
              <a:gd name="connsiteX3-87" fmla="*/ 9990 w 10103"/>
              <a:gd name="connsiteY3-88" fmla="*/ 10545 h 11142"/>
              <a:gd name="connsiteX4-89" fmla="*/ 51 w 10103"/>
              <a:gd name="connsiteY4-90" fmla="*/ 11142 h 11142"/>
              <a:gd name="connsiteX0-91" fmla="*/ 83 w 10135"/>
              <a:gd name="connsiteY0-92" fmla="*/ 11142 h 11142"/>
              <a:gd name="connsiteX1-93" fmla="*/ 87 w 10135"/>
              <a:gd name="connsiteY1-94" fmla="*/ 0 h 11142"/>
              <a:gd name="connsiteX2-95" fmla="*/ 10135 w 10135"/>
              <a:gd name="connsiteY2-96" fmla="*/ 597 h 11142"/>
              <a:gd name="connsiteX3-97" fmla="*/ 10022 w 10135"/>
              <a:gd name="connsiteY3-98" fmla="*/ 10545 h 11142"/>
              <a:gd name="connsiteX4-99" fmla="*/ 83 w 10135"/>
              <a:gd name="connsiteY4-100" fmla="*/ 11142 h 11142"/>
              <a:gd name="connsiteX0-101" fmla="*/ 18 w 10070"/>
              <a:gd name="connsiteY0-102" fmla="*/ 11142 h 11142"/>
              <a:gd name="connsiteX1-103" fmla="*/ 22 w 10070"/>
              <a:gd name="connsiteY1-104" fmla="*/ 0 h 11142"/>
              <a:gd name="connsiteX2-105" fmla="*/ 10070 w 10070"/>
              <a:gd name="connsiteY2-106" fmla="*/ 597 h 11142"/>
              <a:gd name="connsiteX3-107" fmla="*/ 9957 w 10070"/>
              <a:gd name="connsiteY3-108" fmla="*/ 10545 h 11142"/>
              <a:gd name="connsiteX4-109" fmla="*/ 18 w 10070"/>
              <a:gd name="connsiteY4-110" fmla="*/ 11142 h 11142"/>
              <a:gd name="connsiteX0-111" fmla="*/ 18 w 9957"/>
              <a:gd name="connsiteY0-112" fmla="*/ 11142 h 11142"/>
              <a:gd name="connsiteX1-113" fmla="*/ 22 w 9957"/>
              <a:gd name="connsiteY1-114" fmla="*/ 0 h 11142"/>
              <a:gd name="connsiteX2-115" fmla="*/ 9957 w 9957"/>
              <a:gd name="connsiteY2-116" fmla="*/ 10545 h 11142"/>
              <a:gd name="connsiteX3-117" fmla="*/ 18 w 9957"/>
              <a:gd name="connsiteY3-118" fmla="*/ 11142 h 11142"/>
              <a:gd name="connsiteX0-119" fmla="*/ 18 w 10051"/>
              <a:gd name="connsiteY0-120" fmla="*/ 10001 h 10001"/>
              <a:gd name="connsiteX1-121" fmla="*/ 22 w 10051"/>
              <a:gd name="connsiteY1-122" fmla="*/ 1 h 10001"/>
              <a:gd name="connsiteX2-123" fmla="*/ 10051 w 10051"/>
              <a:gd name="connsiteY2-124" fmla="*/ 4796 h 10001"/>
              <a:gd name="connsiteX3-125" fmla="*/ 18 w 10051"/>
              <a:gd name="connsiteY3-126" fmla="*/ 10001 h 10001"/>
              <a:gd name="connsiteX0-127" fmla="*/ 18 w 10051"/>
              <a:gd name="connsiteY0-128" fmla="*/ 10007 h 10007"/>
              <a:gd name="connsiteX1-129" fmla="*/ 22 w 10051"/>
              <a:gd name="connsiteY1-130" fmla="*/ 7 h 10007"/>
              <a:gd name="connsiteX2-131" fmla="*/ 10051 w 10051"/>
              <a:gd name="connsiteY2-132" fmla="*/ 4802 h 10007"/>
              <a:gd name="connsiteX3-133" fmla="*/ 18 w 10051"/>
              <a:gd name="connsiteY3-134" fmla="*/ 10007 h 10007"/>
              <a:gd name="connsiteX0-135" fmla="*/ 18 w 10061"/>
              <a:gd name="connsiteY0-136" fmla="*/ 10007 h 10007"/>
              <a:gd name="connsiteX1-137" fmla="*/ 22 w 10061"/>
              <a:gd name="connsiteY1-138" fmla="*/ 7 h 10007"/>
              <a:gd name="connsiteX2-139" fmla="*/ 10051 w 10061"/>
              <a:gd name="connsiteY2-140" fmla="*/ 4802 h 10007"/>
              <a:gd name="connsiteX3-141" fmla="*/ 18 w 10061"/>
              <a:gd name="connsiteY3-142" fmla="*/ 10007 h 10007"/>
              <a:gd name="connsiteX0-143" fmla="*/ 18 w 10060"/>
              <a:gd name="connsiteY0-144" fmla="*/ 10007 h 10007"/>
              <a:gd name="connsiteX1-145" fmla="*/ 22 w 10060"/>
              <a:gd name="connsiteY1-146" fmla="*/ 7 h 10007"/>
              <a:gd name="connsiteX2-147" fmla="*/ 10051 w 10060"/>
              <a:gd name="connsiteY2-148" fmla="*/ 4802 h 10007"/>
              <a:gd name="connsiteX3-149" fmla="*/ 18 w 10060"/>
              <a:gd name="connsiteY3-150" fmla="*/ 10007 h 10007"/>
              <a:gd name="connsiteX0-151" fmla="*/ 18 w 10060"/>
              <a:gd name="connsiteY0-152" fmla="*/ 10037 h 10037"/>
              <a:gd name="connsiteX1-153" fmla="*/ 22 w 10060"/>
              <a:gd name="connsiteY1-154" fmla="*/ 7 h 10037"/>
              <a:gd name="connsiteX2-155" fmla="*/ 10051 w 10060"/>
              <a:gd name="connsiteY2-156" fmla="*/ 4802 h 10037"/>
              <a:gd name="connsiteX3-157" fmla="*/ 18 w 10060"/>
              <a:gd name="connsiteY3-158" fmla="*/ 10037 h 10037"/>
              <a:gd name="connsiteX0-159" fmla="*/ 18 w 10100"/>
              <a:gd name="connsiteY0-160" fmla="*/ 10037 h 10037"/>
              <a:gd name="connsiteX1-161" fmla="*/ 22 w 10100"/>
              <a:gd name="connsiteY1-162" fmla="*/ 7 h 10037"/>
              <a:gd name="connsiteX2-163" fmla="*/ 10091 w 10100"/>
              <a:gd name="connsiteY2-164" fmla="*/ 4762 h 10037"/>
              <a:gd name="connsiteX3-165" fmla="*/ 18 w 10100"/>
              <a:gd name="connsiteY3-166" fmla="*/ 10037 h 10037"/>
              <a:gd name="connsiteX0-167" fmla="*/ 18 w 10091"/>
              <a:gd name="connsiteY0-168" fmla="*/ 10037 h 10037"/>
              <a:gd name="connsiteX1-169" fmla="*/ 22 w 10091"/>
              <a:gd name="connsiteY1-170" fmla="*/ 7 h 10037"/>
              <a:gd name="connsiteX2-171" fmla="*/ 10091 w 10091"/>
              <a:gd name="connsiteY2-172" fmla="*/ 4762 h 10037"/>
              <a:gd name="connsiteX3-173" fmla="*/ 18 w 10091"/>
              <a:gd name="connsiteY3-174" fmla="*/ 10037 h 10037"/>
              <a:gd name="connsiteX0-175" fmla="*/ 18 w 10091"/>
              <a:gd name="connsiteY0-176" fmla="*/ 10037 h 10037"/>
              <a:gd name="connsiteX1-177" fmla="*/ 22 w 10091"/>
              <a:gd name="connsiteY1-178" fmla="*/ 7 h 10037"/>
              <a:gd name="connsiteX2-179" fmla="*/ 10091 w 10091"/>
              <a:gd name="connsiteY2-180" fmla="*/ 4762 h 10037"/>
              <a:gd name="connsiteX3-181" fmla="*/ 18 w 10091"/>
              <a:gd name="connsiteY3-182" fmla="*/ 10037 h 10037"/>
              <a:gd name="connsiteX0-183" fmla="*/ 18 w 10091"/>
              <a:gd name="connsiteY0-184" fmla="*/ 10035 h 10035"/>
              <a:gd name="connsiteX1-185" fmla="*/ 22 w 10091"/>
              <a:gd name="connsiteY1-186" fmla="*/ 5 h 10035"/>
              <a:gd name="connsiteX2-187" fmla="*/ 10091 w 10091"/>
              <a:gd name="connsiteY2-188" fmla="*/ 4760 h 10035"/>
              <a:gd name="connsiteX3-189" fmla="*/ 18 w 10091"/>
              <a:gd name="connsiteY3-190" fmla="*/ 10035 h 10035"/>
              <a:gd name="connsiteX0-191" fmla="*/ 18 w 10091"/>
              <a:gd name="connsiteY0-192" fmla="*/ 10031 h 10031"/>
              <a:gd name="connsiteX1-193" fmla="*/ 22 w 10091"/>
              <a:gd name="connsiteY1-194" fmla="*/ 1 h 10031"/>
              <a:gd name="connsiteX2-195" fmla="*/ 10091 w 10091"/>
              <a:gd name="connsiteY2-196" fmla="*/ 4756 h 10031"/>
              <a:gd name="connsiteX3-197" fmla="*/ 18 w 10091"/>
              <a:gd name="connsiteY3-198" fmla="*/ 10031 h 10031"/>
              <a:gd name="connsiteX0-199" fmla="*/ 18 w 10091"/>
              <a:gd name="connsiteY0-200" fmla="*/ 10031 h 10031"/>
              <a:gd name="connsiteX1-201" fmla="*/ 22 w 10091"/>
              <a:gd name="connsiteY1-202" fmla="*/ 1 h 10031"/>
              <a:gd name="connsiteX2-203" fmla="*/ 10091 w 10091"/>
              <a:gd name="connsiteY2-204" fmla="*/ 4756 h 10031"/>
              <a:gd name="connsiteX3-205" fmla="*/ 18 w 10091"/>
              <a:gd name="connsiteY3-206" fmla="*/ 10031 h 10031"/>
              <a:gd name="connsiteX0-207" fmla="*/ 18 w 10091"/>
              <a:gd name="connsiteY0-208" fmla="*/ 10031 h 10031"/>
              <a:gd name="connsiteX1-209" fmla="*/ 22 w 10091"/>
              <a:gd name="connsiteY1-210" fmla="*/ 1 h 10031"/>
              <a:gd name="connsiteX2-211" fmla="*/ 10091 w 10091"/>
              <a:gd name="connsiteY2-212" fmla="*/ 4756 h 10031"/>
              <a:gd name="connsiteX3-213" fmla="*/ 18 w 10091"/>
              <a:gd name="connsiteY3-214" fmla="*/ 10031 h 10031"/>
              <a:gd name="connsiteX0-215" fmla="*/ 18 w 10091"/>
              <a:gd name="connsiteY0-216" fmla="*/ 10031 h 10031"/>
              <a:gd name="connsiteX1-217" fmla="*/ 22 w 10091"/>
              <a:gd name="connsiteY1-218" fmla="*/ 1 h 10031"/>
              <a:gd name="connsiteX2-219" fmla="*/ 10091 w 10091"/>
              <a:gd name="connsiteY2-220" fmla="*/ 4756 h 10031"/>
              <a:gd name="connsiteX3-221" fmla="*/ 18 w 10091"/>
              <a:gd name="connsiteY3-222" fmla="*/ 10031 h 10031"/>
              <a:gd name="connsiteX0-223" fmla="*/ 18 w 10091"/>
              <a:gd name="connsiteY0-224" fmla="*/ 10031 h 10031"/>
              <a:gd name="connsiteX1-225" fmla="*/ 22 w 10091"/>
              <a:gd name="connsiteY1-226" fmla="*/ 1 h 10031"/>
              <a:gd name="connsiteX2-227" fmla="*/ 10091 w 10091"/>
              <a:gd name="connsiteY2-228" fmla="*/ 4756 h 10031"/>
              <a:gd name="connsiteX3-229" fmla="*/ 18 w 10091"/>
              <a:gd name="connsiteY3-230" fmla="*/ 10031 h 10031"/>
              <a:gd name="connsiteX0-231" fmla="*/ 18 w 10091"/>
              <a:gd name="connsiteY0-232" fmla="*/ 10031 h 10031"/>
              <a:gd name="connsiteX1-233" fmla="*/ 22 w 10091"/>
              <a:gd name="connsiteY1-234" fmla="*/ 1 h 10031"/>
              <a:gd name="connsiteX2-235" fmla="*/ 10091 w 10091"/>
              <a:gd name="connsiteY2-236" fmla="*/ 4756 h 10031"/>
              <a:gd name="connsiteX3-237" fmla="*/ 18 w 10091"/>
              <a:gd name="connsiteY3-238" fmla="*/ 10031 h 10031"/>
              <a:gd name="connsiteX0-239" fmla="*/ 18 w 11473"/>
              <a:gd name="connsiteY0-240" fmla="*/ 10031 h 10031"/>
              <a:gd name="connsiteX1-241" fmla="*/ 22 w 11473"/>
              <a:gd name="connsiteY1-242" fmla="*/ 1 h 10031"/>
              <a:gd name="connsiteX2-243" fmla="*/ 11473 w 11473"/>
              <a:gd name="connsiteY2-244" fmla="*/ 4832 h 10031"/>
              <a:gd name="connsiteX3-245" fmla="*/ 18 w 11473"/>
              <a:gd name="connsiteY3-246" fmla="*/ 10031 h 10031"/>
              <a:gd name="connsiteX0-247" fmla="*/ 18 w 11704"/>
              <a:gd name="connsiteY0-248" fmla="*/ 10594 h 10594"/>
              <a:gd name="connsiteX1-249" fmla="*/ 22 w 11704"/>
              <a:gd name="connsiteY1-250" fmla="*/ 564 h 10594"/>
              <a:gd name="connsiteX2-251" fmla="*/ 7113 w 11704"/>
              <a:gd name="connsiteY2-252" fmla="*/ 1700 h 10594"/>
              <a:gd name="connsiteX3-253" fmla="*/ 11473 w 11704"/>
              <a:gd name="connsiteY3-254" fmla="*/ 5395 h 10594"/>
              <a:gd name="connsiteX4-255" fmla="*/ 18 w 11704"/>
              <a:gd name="connsiteY4-256" fmla="*/ 10594 h 10594"/>
              <a:gd name="connsiteX0-257" fmla="*/ 18 w 13495"/>
              <a:gd name="connsiteY0-258" fmla="*/ 10894 h 10894"/>
              <a:gd name="connsiteX1-259" fmla="*/ 22 w 13495"/>
              <a:gd name="connsiteY1-260" fmla="*/ 864 h 10894"/>
              <a:gd name="connsiteX2-261" fmla="*/ 12694 w 13495"/>
              <a:gd name="connsiteY2-262" fmla="*/ 893 h 10894"/>
              <a:gd name="connsiteX3-263" fmla="*/ 11473 w 13495"/>
              <a:gd name="connsiteY3-264" fmla="*/ 5695 h 10894"/>
              <a:gd name="connsiteX4-265" fmla="*/ 18 w 13495"/>
              <a:gd name="connsiteY4-266" fmla="*/ 10894 h 10894"/>
              <a:gd name="connsiteX0-267" fmla="*/ 18 w 13495"/>
              <a:gd name="connsiteY0-268" fmla="*/ 10677 h 10677"/>
              <a:gd name="connsiteX1-269" fmla="*/ 22 w 13495"/>
              <a:gd name="connsiteY1-270" fmla="*/ 647 h 10677"/>
              <a:gd name="connsiteX2-271" fmla="*/ 12694 w 13495"/>
              <a:gd name="connsiteY2-272" fmla="*/ 676 h 10677"/>
              <a:gd name="connsiteX3-273" fmla="*/ 11473 w 13495"/>
              <a:gd name="connsiteY3-274" fmla="*/ 5478 h 10677"/>
              <a:gd name="connsiteX4-275" fmla="*/ 18 w 13495"/>
              <a:gd name="connsiteY4-276" fmla="*/ 10677 h 10677"/>
              <a:gd name="connsiteX0-277" fmla="*/ 12 w 13489"/>
              <a:gd name="connsiteY0-278" fmla="*/ 10058 h 10058"/>
              <a:gd name="connsiteX1-279" fmla="*/ 93 w 13489"/>
              <a:gd name="connsiteY1-280" fmla="*/ 1084 h 10058"/>
              <a:gd name="connsiteX2-281" fmla="*/ 12688 w 13489"/>
              <a:gd name="connsiteY2-282" fmla="*/ 57 h 10058"/>
              <a:gd name="connsiteX3-283" fmla="*/ 11467 w 13489"/>
              <a:gd name="connsiteY3-284" fmla="*/ 4859 h 10058"/>
              <a:gd name="connsiteX4-285" fmla="*/ 12 w 13489"/>
              <a:gd name="connsiteY4-286" fmla="*/ 10058 h 10058"/>
              <a:gd name="connsiteX0-287" fmla="*/ 12 w 13489"/>
              <a:gd name="connsiteY0-288" fmla="*/ 10001 h 10001"/>
              <a:gd name="connsiteX1-289" fmla="*/ 93 w 13489"/>
              <a:gd name="connsiteY1-290" fmla="*/ 1027 h 10001"/>
              <a:gd name="connsiteX2-291" fmla="*/ 12688 w 13489"/>
              <a:gd name="connsiteY2-292" fmla="*/ 0 h 10001"/>
              <a:gd name="connsiteX3-293" fmla="*/ 11467 w 13489"/>
              <a:gd name="connsiteY3-294" fmla="*/ 4802 h 10001"/>
              <a:gd name="connsiteX4-295" fmla="*/ 12 w 13489"/>
              <a:gd name="connsiteY4-296" fmla="*/ 10001 h 10001"/>
              <a:gd name="connsiteX0-297" fmla="*/ 15 w 13492"/>
              <a:gd name="connsiteY0-298" fmla="*/ 10043 h 10043"/>
              <a:gd name="connsiteX1-299" fmla="*/ 45 w 13492"/>
              <a:gd name="connsiteY1-300" fmla="*/ 0 h 10043"/>
              <a:gd name="connsiteX2-301" fmla="*/ 12691 w 13492"/>
              <a:gd name="connsiteY2-302" fmla="*/ 42 h 10043"/>
              <a:gd name="connsiteX3-303" fmla="*/ 11470 w 13492"/>
              <a:gd name="connsiteY3-304" fmla="*/ 4844 h 10043"/>
              <a:gd name="connsiteX4-305" fmla="*/ 15 w 13492"/>
              <a:gd name="connsiteY4-306" fmla="*/ 10043 h 10043"/>
              <a:gd name="connsiteX0-307" fmla="*/ 15 w 13553"/>
              <a:gd name="connsiteY0-308" fmla="*/ 10043 h 10043"/>
              <a:gd name="connsiteX1-309" fmla="*/ 45 w 13553"/>
              <a:gd name="connsiteY1-310" fmla="*/ 0 h 10043"/>
              <a:gd name="connsiteX2-311" fmla="*/ 12768 w 13553"/>
              <a:gd name="connsiteY2-312" fmla="*/ 4 h 10043"/>
              <a:gd name="connsiteX3-313" fmla="*/ 11470 w 13553"/>
              <a:gd name="connsiteY3-314" fmla="*/ 4844 h 10043"/>
              <a:gd name="connsiteX4-315" fmla="*/ 15 w 13553"/>
              <a:gd name="connsiteY4-316" fmla="*/ 10043 h 10043"/>
              <a:gd name="connsiteX0-317" fmla="*/ 15 w 12768"/>
              <a:gd name="connsiteY0-318" fmla="*/ 10043 h 10043"/>
              <a:gd name="connsiteX1-319" fmla="*/ 45 w 12768"/>
              <a:gd name="connsiteY1-320" fmla="*/ 0 h 10043"/>
              <a:gd name="connsiteX2-321" fmla="*/ 12768 w 12768"/>
              <a:gd name="connsiteY2-322" fmla="*/ 4 h 10043"/>
              <a:gd name="connsiteX3-323" fmla="*/ 11470 w 12768"/>
              <a:gd name="connsiteY3-324" fmla="*/ 4844 h 10043"/>
              <a:gd name="connsiteX4-325" fmla="*/ 15 w 12768"/>
              <a:gd name="connsiteY4-326" fmla="*/ 10043 h 10043"/>
              <a:gd name="connsiteX0-327" fmla="*/ 15 w 12768"/>
              <a:gd name="connsiteY0-328" fmla="*/ 10043 h 10043"/>
              <a:gd name="connsiteX1-329" fmla="*/ 45 w 12768"/>
              <a:gd name="connsiteY1-330" fmla="*/ 0 h 10043"/>
              <a:gd name="connsiteX2-331" fmla="*/ 12768 w 12768"/>
              <a:gd name="connsiteY2-332" fmla="*/ 4 h 10043"/>
              <a:gd name="connsiteX3-333" fmla="*/ 11470 w 12768"/>
              <a:gd name="connsiteY3-334" fmla="*/ 4844 h 10043"/>
              <a:gd name="connsiteX4-335" fmla="*/ 15 w 12768"/>
              <a:gd name="connsiteY4-336" fmla="*/ 10043 h 10043"/>
              <a:gd name="connsiteX0-337" fmla="*/ 15 w 12768"/>
              <a:gd name="connsiteY0-338" fmla="*/ 10043 h 10616"/>
              <a:gd name="connsiteX1-339" fmla="*/ 45 w 12768"/>
              <a:gd name="connsiteY1-340" fmla="*/ 0 h 10616"/>
              <a:gd name="connsiteX2-341" fmla="*/ 12768 w 12768"/>
              <a:gd name="connsiteY2-342" fmla="*/ 4 h 10616"/>
              <a:gd name="connsiteX3-343" fmla="*/ 11470 w 12768"/>
              <a:gd name="connsiteY3-344" fmla="*/ 4844 h 10616"/>
              <a:gd name="connsiteX4-345" fmla="*/ 7264 w 12768"/>
              <a:gd name="connsiteY4-346" fmla="*/ 8896 h 10616"/>
              <a:gd name="connsiteX5" fmla="*/ 15 w 12768"/>
              <a:gd name="connsiteY5" fmla="*/ 10043 h 10616"/>
              <a:gd name="connsiteX0-347" fmla="*/ 15 w 13163"/>
              <a:gd name="connsiteY0-348" fmla="*/ 10043 h 10932"/>
              <a:gd name="connsiteX1-349" fmla="*/ 45 w 13163"/>
              <a:gd name="connsiteY1-350" fmla="*/ 0 h 10932"/>
              <a:gd name="connsiteX2-351" fmla="*/ 12768 w 13163"/>
              <a:gd name="connsiteY2-352" fmla="*/ 4 h 10932"/>
              <a:gd name="connsiteX3-353" fmla="*/ 11470 w 13163"/>
              <a:gd name="connsiteY3-354" fmla="*/ 4844 h 10932"/>
              <a:gd name="connsiteX4-355" fmla="*/ 12640 w 13163"/>
              <a:gd name="connsiteY4-356" fmla="*/ 10028 h 10932"/>
              <a:gd name="connsiteX5-357" fmla="*/ 15 w 13163"/>
              <a:gd name="connsiteY5-358" fmla="*/ 10043 h 10932"/>
              <a:gd name="connsiteX0-359" fmla="*/ 15 w 12768"/>
              <a:gd name="connsiteY0-360" fmla="*/ 10043 h 10932"/>
              <a:gd name="connsiteX1-361" fmla="*/ 45 w 12768"/>
              <a:gd name="connsiteY1-362" fmla="*/ 0 h 10932"/>
              <a:gd name="connsiteX2-363" fmla="*/ 12768 w 12768"/>
              <a:gd name="connsiteY2-364" fmla="*/ 4 h 10932"/>
              <a:gd name="connsiteX3-365" fmla="*/ 11470 w 12768"/>
              <a:gd name="connsiteY3-366" fmla="*/ 4844 h 10932"/>
              <a:gd name="connsiteX4-367" fmla="*/ 12640 w 12768"/>
              <a:gd name="connsiteY4-368" fmla="*/ 10028 h 10932"/>
              <a:gd name="connsiteX5-369" fmla="*/ 15 w 12768"/>
              <a:gd name="connsiteY5-370" fmla="*/ 10043 h 10932"/>
              <a:gd name="connsiteX0-371" fmla="*/ 15 w 12768"/>
              <a:gd name="connsiteY0-372" fmla="*/ 10043 h 10932"/>
              <a:gd name="connsiteX1-373" fmla="*/ 45 w 12768"/>
              <a:gd name="connsiteY1-374" fmla="*/ 0 h 10932"/>
              <a:gd name="connsiteX2-375" fmla="*/ 12768 w 12768"/>
              <a:gd name="connsiteY2-376" fmla="*/ 4 h 10932"/>
              <a:gd name="connsiteX3-377" fmla="*/ 11470 w 12768"/>
              <a:gd name="connsiteY3-378" fmla="*/ 4844 h 10932"/>
              <a:gd name="connsiteX4-379" fmla="*/ 12640 w 12768"/>
              <a:gd name="connsiteY4-380" fmla="*/ 10028 h 10932"/>
              <a:gd name="connsiteX5-381" fmla="*/ 15 w 12768"/>
              <a:gd name="connsiteY5-382" fmla="*/ 10043 h 10932"/>
              <a:gd name="connsiteX0-383" fmla="*/ 15 w 12768"/>
              <a:gd name="connsiteY0-384" fmla="*/ 10043 h 10927"/>
              <a:gd name="connsiteX1-385" fmla="*/ 45 w 12768"/>
              <a:gd name="connsiteY1-386" fmla="*/ 0 h 10927"/>
              <a:gd name="connsiteX2-387" fmla="*/ 12768 w 12768"/>
              <a:gd name="connsiteY2-388" fmla="*/ 4 h 10927"/>
              <a:gd name="connsiteX3-389" fmla="*/ 11470 w 12768"/>
              <a:gd name="connsiteY3-390" fmla="*/ 4844 h 10927"/>
              <a:gd name="connsiteX4-391" fmla="*/ 12717 w 12768"/>
              <a:gd name="connsiteY4-392" fmla="*/ 10015 h 10927"/>
              <a:gd name="connsiteX5-393" fmla="*/ 15 w 12768"/>
              <a:gd name="connsiteY5-394" fmla="*/ 10043 h 10927"/>
              <a:gd name="connsiteX0-395" fmla="*/ 15 w 12768"/>
              <a:gd name="connsiteY0-396" fmla="*/ 10043 h 10927"/>
              <a:gd name="connsiteX1-397" fmla="*/ 45 w 12768"/>
              <a:gd name="connsiteY1-398" fmla="*/ 0 h 10927"/>
              <a:gd name="connsiteX2-399" fmla="*/ 12768 w 12768"/>
              <a:gd name="connsiteY2-400" fmla="*/ 4 h 10927"/>
              <a:gd name="connsiteX3-401" fmla="*/ 11470 w 12768"/>
              <a:gd name="connsiteY3-402" fmla="*/ 4844 h 10927"/>
              <a:gd name="connsiteX4-403" fmla="*/ 12717 w 12768"/>
              <a:gd name="connsiteY4-404" fmla="*/ 10015 h 10927"/>
              <a:gd name="connsiteX5-405" fmla="*/ 15 w 12768"/>
              <a:gd name="connsiteY5-406" fmla="*/ 10043 h 10927"/>
              <a:gd name="connsiteX0-407" fmla="*/ 18 w 12745"/>
              <a:gd name="connsiteY0-408" fmla="*/ 9153 h 10514"/>
              <a:gd name="connsiteX1-409" fmla="*/ 22 w 12745"/>
              <a:gd name="connsiteY1-410" fmla="*/ 0 h 10514"/>
              <a:gd name="connsiteX2-411" fmla="*/ 12745 w 12745"/>
              <a:gd name="connsiteY2-412" fmla="*/ 4 h 10514"/>
              <a:gd name="connsiteX3-413" fmla="*/ 11447 w 12745"/>
              <a:gd name="connsiteY3-414" fmla="*/ 4844 h 10514"/>
              <a:gd name="connsiteX4-415" fmla="*/ 12694 w 12745"/>
              <a:gd name="connsiteY4-416" fmla="*/ 10015 h 10514"/>
              <a:gd name="connsiteX5-417" fmla="*/ 18 w 12745"/>
              <a:gd name="connsiteY5-418" fmla="*/ 9153 h 10514"/>
              <a:gd name="connsiteX0-419" fmla="*/ 18 w 12745"/>
              <a:gd name="connsiteY0-420" fmla="*/ 9153 h 10258"/>
              <a:gd name="connsiteX1-421" fmla="*/ 22 w 12745"/>
              <a:gd name="connsiteY1-422" fmla="*/ 0 h 10258"/>
              <a:gd name="connsiteX2-423" fmla="*/ 12745 w 12745"/>
              <a:gd name="connsiteY2-424" fmla="*/ 4 h 10258"/>
              <a:gd name="connsiteX3-425" fmla="*/ 11447 w 12745"/>
              <a:gd name="connsiteY3-426" fmla="*/ 4844 h 10258"/>
              <a:gd name="connsiteX4-427" fmla="*/ 12694 w 12745"/>
              <a:gd name="connsiteY4-428" fmla="*/ 10015 h 10258"/>
              <a:gd name="connsiteX5-429" fmla="*/ 18 w 12745"/>
              <a:gd name="connsiteY5-430" fmla="*/ 9153 h 10258"/>
              <a:gd name="connsiteX0-431" fmla="*/ 15 w 12768"/>
              <a:gd name="connsiteY0-432" fmla="*/ 10031 h 10406"/>
              <a:gd name="connsiteX1-433" fmla="*/ 45 w 12768"/>
              <a:gd name="connsiteY1-434" fmla="*/ 0 h 10406"/>
              <a:gd name="connsiteX2-435" fmla="*/ 12768 w 12768"/>
              <a:gd name="connsiteY2-436" fmla="*/ 4 h 10406"/>
              <a:gd name="connsiteX3-437" fmla="*/ 11470 w 12768"/>
              <a:gd name="connsiteY3-438" fmla="*/ 4844 h 10406"/>
              <a:gd name="connsiteX4-439" fmla="*/ 12717 w 12768"/>
              <a:gd name="connsiteY4-440" fmla="*/ 10015 h 10406"/>
              <a:gd name="connsiteX5-441" fmla="*/ 15 w 12768"/>
              <a:gd name="connsiteY5-442" fmla="*/ 10031 h 10406"/>
              <a:gd name="connsiteX0-443" fmla="*/ 15 w 12768"/>
              <a:gd name="connsiteY0-444" fmla="*/ 10031 h 10240"/>
              <a:gd name="connsiteX1-445" fmla="*/ 45 w 12768"/>
              <a:gd name="connsiteY1-446" fmla="*/ 0 h 10240"/>
              <a:gd name="connsiteX2-447" fmla="*/ 12768 w 12768"/>
              <a:gd name="connsiteY2-448" fmla="*/ 4 h 10240"/>
              <a:gd name="connsiteX3-449" fmla="*/ 11470 w 12768"/>
              <a:gd name="connsiteY3-450" fmla="*/ 4844 h 10240"/>
              <a:gd name="connsiteX4-451" fmla="*/ 12512 w 12768"/>
              <a:gd name="connsiteY4-452" fmla="*/ 9773 h 10240"/>
              <a:gd name="connsiteX5-453" fmla="*/ 15 w 12768"/>
              <a:gd name="connsiteY5-454" fmla="*/ 10031 h 10240"/>
              <a:gd name="connsiteX0-455" fmla="*/ 15 w 12768"/>
              <a:gd name="connsiteY0-456" fmla="*/ 10031 h 10031"/>
              <a:gd name="connsiteX1-457" fmla="*/ 45 w 12768"/>
              <a:gd name="connsiteY1-458" fmla="*/ 0 h 10031"/>
              <a:gd name="connsiteX2-459" fmla="*/ 12768 w 12768"/>
              <a:gd name="connsiteY2-460" fmla="*/ 4 h 10031"/>
              <a:gd name="connsiteX3-461" fmla="*/ 11470 w 12768"/>
              <a:gd name="connsiteY3-462" fmla="*/ 4844 h 10031"/>
              <a:gd name="connsiteX4-463" fmla="*/ 12512 w 12768"/>
              <a:gd name="connsiteY4-464" fmla="*/ 9773 h 10031"/>
              <a:gd name="connsiteX5-465" fmla="*/ 15 w 12768"/>
              <a:gd name="connsiteY5-466" fmla="*/ 10031 h 10031"/>
              <a:gd name="connsiteX0-467" fmla="*/ 15 w 12768"/>
              <a:gd name="connsiteY0-468" fmla="*/ 10031 h 10031"/>
              <a:gd name="connsiteX1-469" fmla="*/ 45 w 12768"/>
              <a:gd name="connsiteY1-470" fmla="*/ 0 h 10031"/>
              <a:gd name="connsiteX2-471" fmla="*/ 12768 w 12768"/>
              <a:gd name="connsiteY2-472" fmla="*/ 4 h 10031"/>
              <a:gd name="connsiteX3-473" fmla="*/ 11470 w 12768"/>
              <a:gd name="connsiteY3-474" fmla="*/ 4844 h 10031"/>
              <a:gd name="connsiteX4-475" fmla="*/ 12768 w 12768"/>
              <a:gd name="connsiteY4-476" fmla="*/ 10027 h 10031"/>
              <a:gd name="connsiteX5-477" fmla="*/ 15 w 12768"/>
              <a:gd name="connsiteY5-478" fmla="*/ 10031 h 10031"/>
              <a:gd name="connsiteX0-479" fmla="*/ 15 w 12768"/>
              <a:gd name="connsiteY0-480" fmla="*/ 10031 h 10031"/>
              <a:gd name="connsiteX1-481" fmla="*/ 45 w 12768"/>
              <a:gd name="connsiteY1-482" fmla="*/ 0 h 10031"/>
              <a:gd name="connsiteX2-483" fmla="*/ 12768 w 12768"/>
              <a:gd name="connsiteY2-484" fmla="*/ 4 h 10031"/>
              <a:gd name="connsiteX3-485" fmla="*/ 11470 w 12768"/>
              <a:gd name="connsiteY3-486" fmla="*/ 4844 h 10031"/>
              <a:gd name="connsiteX4-487" fmla="*/ 12768 w 12768"/>
              <a:gd name="connsiteY4-488" fmla="*/ 10027 h 10031"/>
              <a:gd name="connsiteX5-489" fmla="*/ 15 w 12768"/>
              <a:gd name="connsiteY5-490" fmla="*/ 10031 h 10031"/>
              <a:gd name="connsiteX0-491" fmla="*/ 15 w 12768"/>
              <a:gd name="connsiteY0-492" fmla="*/ 10031 h 10031"/>
              <a:gd name="connsiteX1-493" fmla="*/ 45 w 12768"/>
              <a:gd name="connsiteY1-494" fmla="*/ 0 h 10031"/>
              <a:gd name="connsiteX2-495" fmla="*/ 12768 w 12768"/>
              <a:gd name="connsiteY2-496" fmla="*/ 4 h 10031"/>
              <a:gd name="connsiteX3-497" fmla="*/ 11419 w 12768"/>
              <a:gd name="connsiteY3-498" fmla="*/ 5238 h 10031"/>
              <a:gd name="connsiteX4-499" fmla="*/ 12768 w 12768"/>
              <a:gd name="connsiteY4-500" fmla="*/ 10027 h 10031"/>
              <a:gd name="connsiteX5-501" fmla="*/ 15 w 12768"/>
              <a:gd name="connsiteY5-502" fmla="*/ 10031 h 10031"/>
              <a:gd name="connsiteX0-503" fmla="*/ 15 w 12768"/>
              <a:gd name="connsiteY0-504" fmla="*/ 10031 h 10031"/>
              <a:gd name="connsiteX1-505" fmla="*/ 45 w 12768"/>
              <a:gd name="connsiteY1-506" fmla="*/ 0 h 10031"/>
              <a:gd name="connsiteX2-507" fmla="*/ 12768 w 12768"/>
              <a:gd name="connsiteY2-508" fmla="*/ 4 h 10031"/>
              <a:gd name="connsiteX3-509" fmla="*/ 11419 w 12768"/>
              <a:gd name="connsiteY3-510" fmla="*/ 5238 h 10031"/>
              <a:gd name="connsiteX4-511" fmla="*/ 12768 w 12768"/>
              <a:gd name="connsiteY4-512" fmla="*/ 10027 h 10031"/>
              <a:gd name="connsiteX5-513" fmla="*/ 15 w 12768"/>
              <a:gd name="connsiteY5-514" fmla="*/ 10031 h 10031"/>
              <a:gd name="connsiteX0-515" fmla="*/ 15 w 12768"/>
              <a:gd name="connsiteY0-516" fmla="*/ 10031 h 10031"/>
              <a:gd name="connsiteX1-517" fmla="*/ 45 w 12768"/>
              <a:gd name="connsiteY1-518" fmla="*/ 0 h 10031"/>
              <a:gd name="connsiteX2-519" fmla="*/ 12768 w 12768"/>
              <a:gd name="connsiteY2-520" fmla="*/ 4 h 10031"/>
              <a:gd name="connsiteX3-521" fmla="*/ 11419 w 12768"/>
              <a:gd name="connsiteY3-522" fmla="*/ 5238 h 10031"/>
              <a:gd name="connsiteX4-523" fmla="*/ 12768 w 12768"/>
              <a:gd name="connsiteY4-524" fmla="*/ 10027 h 10031"/>
              <a:gd name="connsiteX5-525" fmla="*/ 15 w 12768"/>
              <a:gd name="connsiteY5-526" fmla="*/ 10031 h 10031"/>
              <a:gd name="connsiteX0-527" fmla="*/ 15 w 12794"/>
              <a:gd name="connsiteY0-528" fmla="*/ 10031 h 10052"/>
              <a:gd name="connsiteX1-529" fmla="*/ 45 w 12794"/>
              <a:gd name="connsiteY1-530" fmla="*/ 0 h 10052"/>
              <a:gd name="connsiteX2-531" fmla="*/ 12768 w 12794"/>
              <a:gd name="connsiteY2-532" fmla="*/ 4 h 10052"/>
              <a:gd name="connsiteX3-533" fmla="*/ 11419 w 12794"/>
              <a:gd name="connsiteY3-534" fmla="*/ 5238 h 10052"/>
              <a:gd name="connsiteX4-535" fmla="*/ 12794 w 12794"/>
              <a:gd name="connsiteY4-536" fmla="*/ 10052 h 10052"/>
              <a:gd name="connsiteX5-537" fmla="*/ 15 w 12794"/>
              <a:gd name="connsiteY5-538" fmla="*/ 10031 h 10052"/>
              <a:gd name="connsiteX0-539" fmla="*/ 15 w 12794"/>
              <a:gd name="connsiteY0-540" fmla="*/ 10031 h 10052"/>
              <a:gd name="connsiteX1-541" fmla="*/ 45 w 12794"/>
              <a:gd name="connsiteY1-542" fmla="*/ 0 h 10052"/>
              <a:gd name="connsiteX2-543" fmla="*/ 12768 w 12794"/>
              <a:gd name="connsiteY2-544" fmla="*/ 4 h 10052"/>
              <a:gd name="connsiteX3-545" fmla="*/ 11419 w 12794"/>
              <a:gd name="connsiteY3-546" fmla="*/ 5238 h 10052"/>
              <a:gd name="connsiteX4-547" fmla="*/ 12794 w 12794"/>
              <a:gd name="connsiteY4-548" fmla="*/ 10052 h 10052"/>
              <a:gd name="connsiteX5-549" fmla="*/ 15 w 12794"/>
              <a:gd name="connsiteY5-550" fmla="*/ 10031 h 10052"/>
              <a:gd name="connsiteX0-551" fmla="*/ 21 w 12800"/>
              <a:gd name="connsiteY0-552" fmla="*/ 10031 h 10052"/>
              <a:gd name="connsiteX1-553" fmla="*/ 0 w 12800"/>
              <a:gd name="connsiteY1-554" fmla="*/ 0 h 10052"/>
              <a:gd name="connsiteX2-555" fmla="*/ 12774 w 12800"/>
              <a:gd name="connsiteY2-556" fmla="*/ 4 h 10052"/>
              <a:gd name="connsiteX3-557" fmla="*/ 11425 w 12800"/>
              <a:gd name="connsiteY3-558" fmla="*/ 5238 h 10052"/>
              <a:gd name="connsiteX4-559" fmla="*/ 12800 w 12800"/>
              <a:gd name="connsiteY4-560" fmla="*/ 10052 h 10052"/>
              <a:gd name="connsiteX5-561" fmla="*/ 21 w 12800"/>
              <a:gd name="connsiteY5-562" fmla="*/ 10031 h 10052"/>
              <a:gd name="connsiteX0-563" fmla="*/ 21 w 12774"/>
              <a:gd name="connsiteY0-564" fmla="*/ 10031 h 10031"/>
              <a:gd name="connsiteX1-565" fmla="*/ 0 w 12774"/>
              <a:gd name="connsiteY1-566" fmla="*/ 0 h 10031"/>
              <a:gd name="connsiteX2-567" fmla="*/ 12774 w 12774"/>
              <a:gd name="connsiteY2-568" fmla="*/ 4 h 10031"/>
              <a:gd name="connsiteX3-569" fmla="*/ 11425 w 12774"/>
              <a:gd name="connsiteY3-570" fmla="*/ 5238 h 10031"/>
              <a:gd name="connsiteX4-571" fmla="*/ 12769 w 12774"/>
              <a:gd name="connsiteY4-572" fmla="*/ 10029 h 10031"/>
              <a:gd name="connsiteX5-573" fmla="*/ 21 w 12774"/>
              <a:gd name="connsiteY5-574" fmla="*/ 10031 h 10031"/>
              <a:gd name="connsiteX0-575" fmla="*/ 21 w 12774"/>
              <a:gd name="connsiteY0-576" fmla="*/ 10031 h 10031"/>
              <a:gd name="connsiteX1-577" fmla="*/ 0 w 12774"/>
              <a:gd name="connsiteY1-578" fmla="*/ 0 h 10031"/>
              <a:gd name="connsiteX2-579" fmla="*/ 12774 w 12774"/>
              <a:gd name="connsiteY2-580" fmla="*/ 4 h 10031"/>
              <a:gd name="connsiteX3-581" fmla="*/ 11425 w 12774"/>
              <a:gd name="connsiteY3-582" fmla="*/ 5238 h 10031"/>
              <a:gd name="connsiteX4-583" fmla="*/ 12769 w 12774"/>
              <a:gd name="connsiteY4-584" fmla="*/ 10029 h 10031"/>
              <a:gd name="connsiteX5-585" fmla="*/ 21 w 12774"/>
              <a:gd name="connsiteY5-586" fmla="*/ 10031 h 10031"/>
              <a:gd name="connsiteX0-587" fmla="*/ 21 w 12774"/>
              <a:gd name="connsiteY0-588" fmla="*/ 10031 h 10031"/>
              <a:gd name="connsiteX1-589" fmla="*/ 0 w 12774"/>
              <a:gd name="connsiteY1-590" fmla="*/ 0 h 10031"/>
              <a:gd name="connsiteX2-591" fmla="*/ 12774 w 12774"/>
              <a:gd name="connsiteY2-592" fmla="*/ 4 h 10031"/>
              <a:gd name="connsiteX3-593" fmla="*/ 11425 w 12774"/>
              <a:gd name="connsiteY3-594" fmla="*/ 5238 h 10031"/>
              <a:gd name="connsiteX4-595" fmla="*/ 12769 w 12774"/>
              <a:gd name="connsiteY4-596" fmla="*/ 10029 h 10031"/>
              <a:gd name="connsiteX5-597" fmla="*/ 21 w 12774"/>
              <a:gd name="connsiteY5-598" fmla="*/ 10031 h 10031"/>
              <a:gd name="connsiteX0-599" fmla="*/ 21 w 12774"/>
              <a:gd name="connsiteY0-600" fmla="*/ 10031 h 10031"/>
              <a:gd name="connsiteX1-601" fmla="*/ 0 w 12774"/>
              <a:gd name="connsiteY1-602" fmla="*/ 0 h 10031"/>
              <a:gd name="connsiteX2-603" fmla="*/ 12774 w 12774"/>
              <a:gd name="connsiteY2-604" fmla="*/ 4 h 10031"/>
              <a:gd name="connsiteX3-605" fmla="*/ 11488 w 12774"/>
              <a:gd name="connsiteY3-606" fmla="*/ 5238 h 10031"/>
              <a:gd name="connsiteX4-607" fmla="*/ 12769 w 12774"/>
              <a:gd name="connsiteY4-608" fmla="*/ 10029 h 10031"/>
              <a:gd name="connsiteX5-609" fmla="*/ 21 w 12774"/>
              <a:gd name="connsiteY5-610" fmla="*/ 10031 h 10031"/>
              <a:gd name="connsiteX0-611" fmla="*/ 21 w 12774"/>
              <a:gd name="connsiteY0-612" fmla="*/ 10031 h 10031"/>
              <a:gd name="connsiteX1-613" fmla="*/ 0 w 12774"/>
              <a:gd name="connsiteY1-614" fmla="*/ 0 h 10031"/>
              <a:gd name="connsiteX2-615" fmla="*/ 12774 w 12774"/>
              <a:gd name="connsiteY2-616" fmla="*/ 4 h 10031"/>
              <a:gd name="connsiteX3-617" fmla="*/ 11488 w 12774"/>
              <a:gd name="connsiteY3-618" fmla="*/ 5238 h 10031"/>
              <a:gd name="connsiteX4-619" fmla="*/ 12769 w 12774"/>
              <a:gd name="connsiteY4-620" fmla="*/ 10029 h 10031"/>
              <a:gd name="connsiteX5-621" fmla="*/ 21 w 12774"/>
              <a:gd name="connsiteY5-622" fmla="*/ 10031 h 10031"/>
              <a:gd name="connsiteX0-623" fmla="*/ 21 w 12774"/>
              <a:gd name="connsiteY0-624" fmla="*/ 10043 h 10043"/>
              <a:gd name="connsiteX1-625" fmla="*/ 0 w 12774"/>
              <a:gd name="connsiteY1-626" fmla="*/ 12 h 10043"/>
              <a:gd name="connsiteX2-627" fmla="*/ 12774 w 12774"/>
              <a:gd name="connsiteY2-628" fmla="*/ 0 h 10043"/>
              <a:gd name="connsiteX3-629" fmla="*/ 11488 w 12774"/>
              <a:gd name="connsiteY3-630" fmla="*/ 5250 h 10043"/>
              <a:gd name="connsiteX4-631" fmla="*/ 12769 w 12774"/>
              <a:gd name="connsiteY4-632" fmla="*/ 10041 h 10043"/>
              <a:gd name="connsiteX5-633" fmla="*/ 21 w 12774"/>
              <a:gd name="connsiteY5-634" fmla="*/ 10043 h 10043"/>
              <a:gd name="connsiteX0-635" fmla="*/ 21 w 12774"/>
              <a:gd name="connsiteY0-636" fmla="*/ 10043 h 10043"/>
              <a:gd name="connsiteX1-637" fmla="*/ 0 w 12774"/>
              <a:gd name="connsiteY1-638" fmla="*/ 12 h 10043"/>
              <a:gd name="connsiteX2-639" fmla="*/ 12774 w 12774"/>
              <a:gd name="connsiteY2-640" fmla="*/ 0 h 10043"/>
              <a:gd name="connsiteX3-641" fmla="*/ 11488 w 12774"/>
              <a:gd name="connsiteY3-642" fmla="*/ 5250 h 10043"/>
              <a:gd name="connsiteX4-643" fmla="*/ 12769 w 12774"/>
              <a:gd name="connsiteY4-644" fmla="*/ 10041 h 10043"/>
              <a:gd name="connsiteX5-645" fmla="*/ 21 w 12774"/>
              <a:gd name="connsiteY5-646" fmla="*/ 10043 h 10043"/>
              <a:gd name="connsiteX0-647" fmla="*/ 21 w 12774"/>
              <a:gd name="connsiteY0-648" fmla="*/ 10043 h 10043"/>
              <a:gd name="connsiteX1-649" fmla="*/ 0 w 12774"/>
              <a:gd name="connsiteY1-650" fmla="*/ 12 h 10043"/>
              <a:gd name="connsiteX2-651" fmla="*/ 12774 w 12774"/>
              <a:gd name="connsiteY2-652" fmla="*/ 0 h 10043"/>
              <a:gd name="connsiteX3-653" fmla="*/ 11488 w 12774"/>
              <a:gd name="connsiteY3-654" fmla="*/ 5250 h 10043"/>
              <a:gd name="connsiteX4-655" fmla="*/ 12769 w 12774"/>
              <a:gd name="connsiteY4-656" fmla="*/ 10041 h 10043"/>
              <a:gd name="connsiteX5-657" fmla="*/ 21 w 12774"/>
              <a:gd name="connsiteY5-658" fmla="*/ 10043 h 10043"/>
              <a:gd name="connsiteX0-659" fmla="*/ 21 w 12769"/>
              <a:gd name="connsiteY0-660" fmla="*/ 10032 h 10032"/>
              <a:gd name="connsiteX1-661" fmla="*/ 0 w 12769"/>
              <a:gd name="connsiteY1-662" fmla="*/ 1 h 10032"/>
              <a:gd name="connsiteX2-663" fmla="*/ 10880 w 12769"/>
              <a:gd name="connsiteY2-664" fmla="*/ 2 h 10032"/>
              <a:gd name="connsiteX3-665" fmla="*/ 11488 w 12769"/>
              <a:gd name="connsiteY3-666" fmla="*/ 5239 h 10032"/>
              <a:gd name="connsiteX4-667" fmla="*/ 12769 w 12769"/>
              <a:gd name="connsiteY4-668" fmla="*/ 10030 h 10032"/>
              <a:gd name="connsiteX5-669" fmla="*/ 21 w 12769"/>
              <a:gd name="connsiteY5-670" fmla="*/ 10032 h 10032"/>
              <a:gd name="connsiteX0-671" fmla="*/ 21 w 12769"/>
              <a:gd name="connsiteY0-672" fmla="*/ 10032 h 10032"/>
              <a:gd name="connsiteX1-673" fmla="*/ 0 w 12769"/>
              <a:gd name="connsiteY1-674" fmla="*/ 1 h 10032"/>
              <a:gd name="connsiteX2-675" fmla="*/ 10880 w 12769"/>
              <a:gd name="connsiteY2-676" fmla="*/ 2 h 10032"/>
              <a:gd name="connsiteX3-677" fmla="*/ 12589 w 12769"/>
              <a:gd name="connsiteY3-678" fmla="*/ 4908 h 10032"/>
              <a:gd name="connsiteX4-679" fmla="*/ 12769 w 12769"/>
              <a:gd name="connsiteY4-680" fmla="*/ 10030 h 10032"/>
              <a:gd name="connsiteX5-681" fmla="*/ 21 w 12769"/>
              <a:gd name="connsiteY5-682" fmla="*/ 10032 h 10032"/>
              <a:gd name="connsiteX0-683" fmla="*/ 21 w 12769"/>
              <a:gd name="connsiteY0-684" fmla="*/ 10032 h 10032"/>
              <a:gd name="connsiteX1-685" fmla="*/ 0 w 12769"/>
              <a:gd name="connsiteY1-686" fmla="*/ 1 h 10032"/>
              <a:gd name="connsiteX2-687" fmla="*/ 10880 w 12769"/>
              <a:gd name="connsiteY2-688" fmla="*/ 2 h 10032"/>
              <a:gd name="connsiteX3-689" fmla="*/ 12589 w 12769"/>
              <a:gd name="connsiteY3-690" fmla="*/ 4908 h 10032"/>
              <a:gd name="connsiteX4-691" fmla="*/ 12769 w 12769"/>
              <a:gd name="connsiteY4-692" fmla="*/ 10030 h 10032"/>
              <a:gd name="connsiteX5-693" fmla="*/ 21 w 12769"/>
              <a:gd name="connsiteY5-694" fmla="*/ 10032 h 10032"/>
              <a:gd name="connsiteX0-695" fmla="*/ 21 w 12769"/>
              <a:gd name="connsiteY0-696" fmla="*/ 10032 h 10032"/>
              <a:gd name="connsiteX1-697" fmla="*/ 0 w 12769"/>
              <a:gd name="connsiteY1-698" fmla="*/ 1 h 10032"/>
              <a:gd name="connsiteX2-699" fmla="*/ 10880 w 12769"/>
              <a:gd name="connsiteY2-700" fmla="*/ 2 h 10032"/>
              <a:gd name="connsiteX3-701" fmla="*/ 12589 w 12769"/>
              <a:gd name="connsiteY3-702" fmla="*/ 4908 h 10032"/>
              <a:gd name="connsiteX4-703" fmla="*/ 12769 w 12769"/>
              <a:gd name="connsiteY4-704" fmla="*/ 10030 h 10032"/>
              <a:gd name="connsiteX5-705" fmla="*/ 21 w 12769"/>
              <a:gd name="connsiteY5-706" fmla="*/ 10032 h 10032"/>
              <a:gd name="connsiteX0-707" fmla="*/ 21 w 12769"/>
              <a:gd name="connsiteY0-708" fmla="*/ 10032 h 10032"/>
              <a:gd name="connsiteX1-709" fmla="*/ 0 w 12769"/>
              <a:gd name="connsiteY1-710" fmla="*/ 1 h 10032"/>
              <a:gd name="connsiteX2-711" fmla="*/ 10880 w 12769"/>
              <a:gd name="connsiteY2-712" fmla="*/ 2 h 10032"/>
              <a:gd name="connsiteX3-713" fmla="*/ 12589 w 12769"/>
              <a:gd name="connsiteY3-714" fmla="*/ 4908 h 10032"/>
              <a:gd name="connsiteX4-715" fmla="*/ 12769 w 12769"/>
              <a:gd name="connsiteY4-716" fmla="*/ 10030 h 10032"/>
              <a:gd name="connsiteX5-717" fmla="*/ 21 w 12769"/>
              <a:gd name="connsiteY5-718" fmla="*/ 10032 h 10032"/>
              <a:gd name="connsiteX0-719" fmla="*/ 21 w 12618"/>
              <a:gd name="connsiteY0-720" fmla="*/ 10032 h 10032"/>
              <a:gd name="connsiteX1-721" fmla="*/ 0 w 12618"/>
              <a:gd name="connsiteY1-722" fmla="*/ 1 h 10032"/>
              <a:gd name="connsiteX2-723" fmla="*/ 10880 w 12618"/>
              <a:gd name="connsiteY2-724" fmla="*/ 2 h 10032"/>
              <a:gd name="connsiteX3-725" fmla="*/ 12589 w 12618"/>
              <a:gd name="connsiteY3-726" fmla="*/ 4908 h 10032"/>
              <a:gd name="connsiteX4-727" fmla="*/ 10977 w 12618"/>
              <a:gd name="connsiteY4-728" fmla="*/ 10030 h 10032"/>
              <a:gd name="connsiteX5-729" fmla="*/ 21 w 12618"/>
              <a:gd name="connsiteY5-730" fmla="*/ 10032 h 10032"/>
              <a:gd name="connsiteX0-731" fmla="*/ 21 w 12589"/>
              <a:gd name="connsiteY0-732" fmla="*/ 10032 h 10032"/>
              <a:gd name="connsiteX1-733" fmla="*/ 0 w 12589"/>
              <a:gd name="connsiteY1-734" fmla="*/ 1 h 10032"/>
              <a:gd name="connsiteX2-735" fmla="*/ 10880 w 12589"/>
              <a:gd name="connsiteY2-736" fmla="*/ 2 h 10032"/>
              <a:gd name="connsiteX3-737" fmla="*/ 12589 w 12589"/>
              <a:gd name="connsiteY3-738" fmla="*/ 4908 h 10032"/>
              <a:gd name="connsiteX4-739" fmla="*/ 10977 w 12589"/>
              <a:gd name="connsiteY4-740" fmla="*/ 10030 h 10032"/>
              <a:gd name="connsiteX5-741" fmla="*/ 21 w 12589"/>
              <a:gd name="connsiteY5-742" fmla="*/ 10032 h 10032"/>
              <a:gd name="connsiteX0-743" fmla="*/ 21 w 12589"/>
              <a:gd name="connsiteY0-744" fmla="*/ 10032 h 10032"/>
              <a:gd name="connsiteX1-745" fmla="*/ 0 w 12589"/>
              <a:gd name="connsiteY1-746" fmla="*/ 1 h 10032"/>
              <a:gd name="connsiteX2-747" fmla="*/ 10880 w 12589"/>
              <a:gd name="connsiteY2-748" fmla="*/ 2 h 10032"/>
              <a:gd name="connsiteX3-749" fmla="*/ 12589 w 12589"/>
              <a:gd name="connsiteY3-750" fmla="*/ 4908 h 10032"/>
              <a:gd name="connsiteX4-751" fmla="*/ 10926 w 12589"/>
              <a:gd name="connsiteY4-752" fmla="*/ 10030 h 10032"/>
              <a:gd name="connsiteX5-753" fmla="*/ 21 w 12589"/>
              <a:gd name="connsiteY5-754" fmla="*/ 10032 h 10032"/>
              <a:gd name="connsiteX0-755" fmla="*/ 21 w 12589"/>
              <a:gd name="connsiteY0-756" fmla="*/ 10032 h 10032"/>
              <a:gd name="connsiteX1-757" fmla="*/ 0 w 12589"/>
              <a:gd name="connsiteY1-758" fmla="*/ 1 h 10032"/>
              <a:gd name="connsiteX2-759" fmla="*/ 10880 w 12589"/>
              <a:gd name="connsiteY2-760" fmla="*/ 2 h 10032"/>
              <a:gd name="connsiteX3-761" fmla="*/ 12589 w 12589"/>
              <a:gd name="connsiteY3-762" fmla="*/ 4908 h 10032"/>
              <a:gd name="connsiteX4-763" fmla="*/ 10926 w 12589"/>
              <a:gd name="connsiteY4-764" fmla="*/ 10030 h 10032"/>
              <a:gd name="connsiteX5-765" fmla="*/ 21 w 12589"/>
              <a:gd name="connsiteY5-766" fmla="*/ 10032 h 10032"/>
              <a:gd name="connsiteX0-767" fmla="*/ 21 w 12589"/>
              <a:gd name="connsiteY0-768" fmla="*/ 10045 h 10045"/>
              <a:gd name="connsiteX1-769" fmla="*/ 0 w 12589"/>
              <a:gd name="connsiteY1-770" fmla="*/ 1 h 10045"/>
              <a:gd name="connsiteX2-771" fmla="*/ 10880 w 12589"/>
              <a:gd name="connsiteY2-772" fmla="*/ 2 h 10045"/>
              <a:gd name="connsiteX3-773" fmla="*/ 12589 w 12589"/>
              <a:gd name="connsiteY3-774" fmla="*/ 4908 h 10045"/>
              <a:gd name="connsiteX4-775" fmla="*/ 10926 w 12589"/>
              <a:gd name="connsiteY4-776" fmla="*/ 10030 h 10045"/>
              <a:gd name="connsiteX5-777" fmla="*/ 21 w 12589"/>
              <a:gd name="connsiteY5-778" fmla="*/ 10045 h 1004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357" y="connsiteY5-358"/>
              </a:cxn>
            </a:cxnLst>
            <a:rect l="l" t="t" r="r" b="b"/>
            <a:pathLst>
              <a:path w="12589" h="10045">
                <a:moveTo>
                  <a:pt x="21" y="10045"/>
                </a:moveTo>
                <a:cubicBezTo>
                  <a:pt x="-40" y="5077"/>
                  <a:pt x="55" y="3359"/>
                  <a:pt x="0" y="1"/>
                </a:cubicBezTo>
                <a:cubicBezTo>
                  <a:pt x="31" y="-5"/>
                  <a:pt x="10841" y="24"/>
                  <a:pt x="10880" y="2"/>
                </a:cubicBezTo>
                <a:cubicBezTo>
                  <a:pt x="11688" y="2699"/>
                  <a:pt x="12191" y="3572"/>
                  <a:pt x="12589" y="4908"/>
                </a:cubicBezTo>
                <a:cubicBezTo>
                  <a:pt x="11800" y="7650"/>
                  <a:pt x="11349" y="8206"/>
                  <a:pt x="10926" y="10030"/>
                </a:cubicBezTo>
                <a:cubicBezTo>
                  <a:pt x="10886" y="9994"/>
                  <a:pt x="21" y="10052"/>
                  <a:pt x="21" y="10045"/>
                </a:cubicBezTo>
                <a:close/>
              </a:path>
            </a:pathLst>
          </a:custGeom>
        </p:spPr>
        <p:txBody>
          <a:bodyPr anchor="ctr"/>
          <a:lstStyle>
            <a:lvl1pPr algn="l">
              <a:defRPr>
                <a:highlight>
                  <a:srgbClr val="FFFF00"/>
                </a:highlight>
              </a:defRPr>
            </a:lvl1pPr>
          </a:lstStyle>
          <a:p>
            <a:r>
              <a:rPr lang="es-ES" dirty="0"/>
              <a:t>IMAGEN AQUI</a:t>
            </a:r>
            <a:endParaRPr lang="es-MX" dirty="0"/>
          </a:p>
        </p:txBody>
      </p:sp>
      <p:sp>
        <p:nvSpPr>
          <p:cNvPr id="13" name="Marcador de texto 13"/>
          <p:cNvSpPr>
            <a:spLocks noGrp="1"/>
          </p:cNvSpPr>
          <p:nvPr>
            <p:ph type="body" sz="quarter" idx="14" hasCustomPrompt="1"/>
          </p:nvPr>
        </p:nvSpPr>
        <p:spPr>
          <a:xfrm>
            <a:off x="4571998" y="718457"/>
            <a:ext cx="3413761" cy="535577"/>
          </a:xfrm>
        </p:spPr>
        <p:txBody>
          <a:bodyPr anchor="ctr">
            <a:normAutofit/>
          </a:bodyPr>
          <a:lstStyle>
            <a:lvl1pPr marL="0" indent="0" algn="l">
              <a:buNone/>
              <a:defRPr sz="2400" b="1">
                <a:solidFill>
                  <a:srgbClr val="264396"/>
                </a:solidFill>
                <a:latin typeface="+mn-lt"/>
              </a:defRPr>
            </a:lvl1pPr>
          </a:lstStyle>
          <a:p>
            <a:pPr lvl="0"/>
            <a:r>
              <a:rPr lang="es-ES" dirty="0"/>
              <a:t>Título</a:t>
            </a:r>
            <a:endParaRPr lang="es-MX" dirty="0"/>
          </a:p>
        </p:txBody>
      </p:sp>
      <p:sp>
        <p:nvSpPr>
          <p:cNvPr id="14" name="Marcador de texto 13"/>
          <p:cNvSpPr>
            <a:spLocks noGrp="1"/>
          </p:cNvSpPr>
          <p:nvPr>
            <p:ph type="body" sz="quarter" idx="15" hasCustomPrompt="1"/>
          </p:nvPr>
        </p:nvSpPr>
        <p:spPr>
          <a:xfrm>
            <a:off x="4571997" y="1265001"/>
            <a:ext cx="3413761" cy="535577"/>
          </a:xfrm>
        </p:spPr>
        <p:txBody>
          <a:bodyPr anchor="ctr">
            <a:normAutofit/>
          </a:bodyPr>
          <a:lstStyle>
            <a:lvl1pPr marL="0" indent="0" algn="l">
              <a:buNone/>
              <a:defRPr sz="2400">
                <a:solidFill>
                  <a:srgbClr val="0085C0"/>
                </a:solidFill>
                <a:latin typeface="+mn-lt"/>
              </a:defRPr>
            </a:lvl1pPr>
          </a:lstStyle>
          <a:p>
            <a:pPr lvl="0"/>
            <a:r>
              <a:rPr lang="es-ES" dirty="0"/>
              <a:t>Subtítulo</a:t>
            </a:r>
            <a:endParaRPr lang="es-MX" dirty="0"/>
          </a:p>
        </p:txBody>
      </p:sp>
      <p:sp>
        <p:nvSpPr>
          <p:cNvPr id="15" name="Marcador de texto 2"/>
          <p:cNvSpPr>
            <a:spLocks noGrp="1"/>
          </p:cNvSpPr>
          <p:nvPr>
            <p:ph type="body" sz="quarter" idx="16" hasCustomPrompt="1"/>
          </p:nvPr>
        </p:nvSpPr>
        <p:spPr>
          <a:xfrm>
            <a:off x="4572000" y="1973263"/>
            <a:ext cx="4238625" cy="4541837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s-ES" dirty="0"/>
              <a:t>Editar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MX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ase motivado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304" y="0"/>
            <a:ext cx="9143390" cy="6858000"/>
          </a:xfrm>
          <a:prstGeom prst="rect">
            <a:avLst/>
          </a:prstGeom>
        </p:spPr>
      </p:pic>
      <p:sp>
        <p:nvSpPr>
          <p:cNvPr id="8" name="Marcador de posición de imagen 22"/>
          <p:cNvSpPr>
            <a:spLocks noGrp="1"/>
          </p:cNvSpPr>
          <p:nvPr>
            <p:ph type="pic" sz="quarter" idx="10" hasCustomPrompt="1"/>
          </p:nvPr>
        </p:nvSpPr>
        <p:spPr>
          <a:xfrm>
            <a:off x="-9526" y="-9526"/>
            <a:ext cx="9144000" cy="6870074"/>
          </a:xfrm>
          <a:custGeom>
            <a:avLst/>
            <a:gdLst>
              <a:gd name="connsiteX0" fmla="*/ 0 w 9144000"/>
              <a:gd name="connsiteY0" fmla="*/ 0 h 6867525"/>
              <a:gd name="connsiteX1" fmla="*/ 9144000 w 9144000"/>
              <a:gd name="connsiteY1" fmla="*/ 0 h 6867525"/>
              <a:gd name="connsiteX2" fmla="*/ 9144000 w 9144000"/>
              <a:gd name="connsiteY2" fmla="*/ 6867525 h 6867525"/>
              <a:gd name="connsiteX3" fmla="*/ 0 w 9144000"/>
              <a:gd name="connsiteY3" fmla="*/ 6867525 h 6867525"/>
              <a:gd name="connsiteX4" fmla="*/ 0 w 9144000"/>
              <a:gd name="connsiteY4" fmla="*/ 0 h 6867525"/>
              <a:gd name="connsiteX5" fmla="*/ 858441 w 9144000"/>
              <a:gd name="connsiteY5" fmla="*/ 858441 h 6867525"/>
              <a:gd name="connsiteX6" fmla="*/ 858441 w 9144000"/>
              <a:gd name="connsiteY6" fmla="*/ 6009084 h 6867525"/>
              <a:gd name="connsiteX7" fmla="*/ 8285559 w 9144000"/>
              <a:gd name="connsiteY7" fmla="*/ 6009084 h 6867525"/>
              <a:gd name="connsiteX8" fmla="*/ 8285559 w 9144000"/>
              <a:gd name="connsiteY8" fmla="*/ 858441 h 6867525"/>
              <a:gd name="connsiteX9" fmla="*/ 858441 w 9144000"/>
              <a:gd name="connsiteY9" fmla="*/ 858441 h 6867525"/>
              <a:gd name="connsiteX0-1" fmla="*/ 0 w 9144000"/>
              <a:gd name="connsiteY0-2" fmla="*/ 0 h 6867525"/>
              <a:gd name="connsiteX1-3" fmla="*/ 9144000 w 9144000"/>
              <a:gd name="connsiteY1-4" fmla="*/ 0 h 6867525"/>
              <a:gd name="connsiteX2-5" fmla="*/ 9144000 w 9144000"/>
              <a:gd name="connsiteY2-6" fmla="*/ 6867525 h 6867525"/>
              <a:gd name="connsiteX3-7" fmla="*/ 0 w 9144000"/>
              <a:gd name="connsiteY3-8" fmla="*/ 6867525 h 6867525"/>
              <a:gd name="connsiteX4-9" fmla="*/ 0 w 9144000"/>
              <a:gd name="connsiteY4-10" fmla="*/ 0 h 6867525"/>
              <a:gd name="connsiteX5-11" fmla="*/ 2039541 w 9144000"/>
              <a:gd name="connsiteY5-12" fmla="*/ 1296591 h 6867525"/>
              <a:gd name="connsiteX6-13" fmla="*/ 858441 w 9144000"/>
              <a:gd name="connsiteY6-14" fmla="*/ 6009084 h 6867525"/>
              <a:gd name="connsiteX7-15" fmla="*/ 8285559 w 9144000"/>
              <a:gd name="connsiteY7-16" fmla="*/ 6009084 h 6867525"/>
              <a:gd name="connsiteX8-17" fmla="*/ 8285559 w 9144000"/>
              <a:gd name="connsiteY8-18" fmla="*/ 858441 h 6867525"/>
              <a:gd name="connsiteX9-19" fmla="*/ 2039541 w 9144000"/>
              <a:gd name="connsiteY9-20" fmla="*/ 1296591 h 6867525"/>
              <a:gd name="connsiteX0-21" fmla="*/ 0 w 9144000"/>
              <a:gd name="connsiteY0-22" fmla="*/ 0 h 6867525"/>
              <a:gd name="connsiteX1-23" fmla="*/ 9144000 w 9144000"/>
              <a:gd name="connsiteY1-24" fmla="*/ 0 h 6867525"/>
              <a:gd name="connsiteX2-25" fmla="*/ 9144000 w 9144000"/>
              <a:gd name="connsiteY2-26" fmla="*/ 6867525 h 6867525"/>
              <a:gd name="connsiteX3-27" fmla="*/ 0 w 9144000"/>
              <a:gd name="connsiteY3-28" fmla="*/ 6867525 h 6867525"/>
              <a:gd name="connsiteX4-29" fmla="*/ 0 w 9144000"/>
              <a:gd name="connsiteY4-30" fmla="*/ 0 h 6867525"/>
              <a:gd name="connsiteX5-31" fmla="*/ 2039541 w 9144000"/>
              <a:gd name="connsiteY5-32" fmla="*/ 1306116 h 6867525"/>
              <a:gd name="connsiteX6-33" fmla="*/ 858441 w 9144000"/>
              <a:gd name="connsiteY6-34" fmla="*/ 6009084 h 6867525"/>
              <a:gd name="connsiteX7-35" fmla="*/ 8285559 w 9144000"/>
              <a:gd name="connsiteY7-36" fmla="*/ 6009084 h 6867525"/>
              <a:gd name="connsiteX8-37" fmla="*/ 8285559 w 9144000"/>
              <a:gd name="connsiteY8-38" fmla="*/ 858441 h 6867525"/>
              <a:gd name="connsiteX9-39" fmla="*/ 2039541 w 9144000"/>
              <a:gd name="connsiteY9-40" fmla="*/ 1306116 h 6867525"/>
              <a:gd name="connsiteX0-41" fmla="*/ 0 w 9144000"/>
              <a:gd name="connsiteY0-42" fmla="*/ 0 h 6867525"/>
              <a:gd name="connsiteX1-43" fmla="*/ 9144000 w 9144000"/>
              <a:gd name="connsiteY1-44" fmla="*/ 0 h 6867525"/>
              <a:gd name="connsiteX2-45" fmla="*/ 9144000 w 9144000"/>
              <a:gd name="connsiteY2-46" fmla="*/ 6867525 h 6867525"/>
              <a:gd name="connsiteX3-47" fmla="*/ 0 w 9144000"/>
              <a:gd name="connsiteY3-48" fmla="*/ 6867525 h 6867525"/>
              <a:gd name="connsiteX4-49" fmla="*/ 0 w 9144000"/>
              <a:gd name="connsiteY4-50" fmla="*/ 0 h 6867525"/>
              <a:gd name="connsiteX5-51" fmla="*/ 2039541 w 9144000"/>
              <a:gd name="connsiteY5-52" fmla="*/ 1306116 h 6867525"/>
              <a:gd name="connsiteX6-53" fmla="*/ 858441 w 9144000"/>
              <a:gd name="connsiteY6-54" fmla="*/ 6009084 h 6867525"/>
              <a:gd name="connsiteX7-55" fmla="*/ 8285559 w 9144000"/>
              <a:gd name="connsiteY7-56" fmla="*/ 6009084 h 6867525"/>
              <a:gd name="connsiteX8-57" fmla="*/ 6351984 w 9144000"/>
              <a:gd name="connsiteY8-58" fmla="*/ 1601391 h 6867525"/>
              <a:gd name="connsiteX9-59" fmla="*/ 2039541 w 9144000"/>
              <a:gd name="connsiteY9-60" fmla="*/ 1306116 h 6867525"/>
              <a:gd name="connsiteX0-61" fmla="*/ 0 w 9144000"/>
              <a:gd name="connsiteY0-62" fmla="*/ 0 h 6867525"/>
              <a:gd name="connsiteX1-63" fmla="*/ 9144000 w 9144000"/>
              <a:gd name="connsiteY1-64" fmla="*/ 0 h 6867525"/>
              <a:gd name="connsiteX2-65" fmla="*/ 9144000 w 9144000"/>
              <a:gd name="connsiteY2-66" fmla="*/ 6867525 h 6867525"/>
              <a:gd name="connsiteX3-67" fmla="*/ 0 w 9144000"/>
              <a:gd name="connsiteY3-68" fmla="*/ 6867525 h 6867525"/>
              <a:gd name="connsiteX4-69" fmla="*/ 0 w 9144000"/>
              <a:gd name="connsiteY4-70" fmla="*/ 0 h 6867525"/>
              <a:gd name="connsiteX5-71" fmla="*/ 2039541 w 9144000"/>
              <a:gd name="connsiteY5-72" fmla="*/ 1306116 h 6867525"/>
              <a:gd name="connsiteX6-73" fmla="*/ 858441 w 9144000"/>
              <a:gd name="connsiteY6-74" fmla="*/ 6009084 h 6867525"/>
              <a:gd name="connsiteX7-75" fmla="*/ 7199709 w 9144000"/>
              <a:gd name="connsiteY7-76" fmla="*/ 5628084 h 6867525"/>
              <a:gd name="connsiteX8-77" fmla="*/ 6351984 w 9144000"/>
              <a:gd name="connsiteY8-78" fmla="*/ 1601391 h 6867525"/>
              <a:gd name="connsiteX9-79" fmla="*/ 2039541 w 9144000"/>
              <a:gd name="connsiteY9-80" fmla="*/ 1306116 h 6867525"/>
              <a:gd name="connsiteX0-81" fmla="*/ 0 w 9144000"/>
              <a:gd name="connsiteY0-82" fmla="*/ 0 h 6867525"/>
              <a:gd name="connsiteX1-83" fmla="*/ 9144000 w 9144000"/>
              <a:gd name="connsiteY1-84" fmla="*/ 0 h 6867525"/>
              <a:gd name="connsiteX2-85" fmla="*/ 9144000 w 9144000"/>
              <a:gd name="connsiteY2-86" fmla="*/ 6867525 h 6867525"/>
              <a:gd name="connsiteX3-87" fmla="*/ 0 w 9144000"/>
              <a:gd name="connsiteY3-88" fmla="*/ 6867525 h 6867525"/>
              <a:gd name="connsiteX4-89" fmla="*/ 0 w 9144000"/>
              <a:gd name="connsiteY4-90" fmla="*/ 0 h 6867525"/>
              <a:gd name="connsiteX5-91" fmla="*/ 2039541 w 9144000"/>
              <a:gd name="connsiteY5-92" fmla="*/ 1306116 h 6867525"/>
              <a:gd name="connsiteX6-93" fmla="*/ 2611041 w 9144000"/>
              <a:gd name="connsiteY6-94" fmla="*/ 5180409 h 6867525"/>
              <a:gd name="connsiteX7-95" fmla="*/ 7199709 w 9144000"/>
              <a:gd name="connsiteY7-96" fmla="*/ 5628084 h 6867525"/>
              <a:gd name="connsiteX8-97" fmla="*/ 6351984 w 9144000"/>
              <a:gd name="connsiteY8-98" fmla="*/ 1601391 h 6867525"/>
              <a:gd name="connsiteX9-99" fmla="*/ 2039541 w 9144000"/>
              <a:gd name="connsiteY9-100" fmla="*/ 1306116 h 6867525"/>
              <a:gd name="connsiteX0-101" fmla="*/ 0 w 9144000"/>
              <a:gd name="connsiteY0-102" fmla="*/ 0 h 6867525"/>
              <a:gd name="connsiteX1-103" fmla="*/ 9144000 w 9144000"/>
              <a:gd name="connsiteY1-104" fmla="*/ 0 h 6867525"/>
              <a:gd name="connsiteX2-105" fmla="*/ 9144000 w 9144000"/>
              <a:gd name="connsiteY2-106" fmla="*/ 6867525 h 6867525"/>
              <a:gd name="connsiteX3-107" fmla="*/ 0 w 9144000"/>
              <a:gd name="connsiteY3-108" fmla="*/ 6867525 h 6867525"/>
              <a:gd name="connsiteX4-109" fmla="*/ 0 w 9144000"/>
              <a:gd name="connsiteY4-110" fmla="*/ 0 h 6867525"/>
              <a:gd name="connsiteX5-111" fmla="*/ 2039541 w 9144000"/>
              <a:gd name="connsiteY5-112" fmla="*/ 1306116 h 6867525"/>
              <a:gd name="connsiteX6-113" fmla="*/ 2611041 w 9144000"/>
              <a:gd name="connsiteY6-114" fmla="*/ 5180409 h 6867525"/>
              <a:gd name="connsiteX7-115" fmla="*/ 7199709 w 9144000"/>
              <a:gd name="connsiteY7-116" fmla="*/ 5628084 h 6867525"/>
              <a:gd name="connsiteX8-117" fmla="*/ 6351984 w 9144000"/>
              <a:gd name="connsiteY8-118" fmla="*/ 1601391 h 6867525"/>
              <a:gd name="connsiteX9-119" fmla="*/ 2346326 w 9144000"/>
              <a:gd name="connsiteY9-120" fmla="*/ 1323976 h 6867525"/>
              <a:gd name="connsiteX10" fmla="*/ 2039541 w 9144000"/>
              <a:gd name="connsiteY10" fmla="*/ 1306116 h 6867525"/>
              <a:gd name="connsiteX0-121" fmla="*/ 0 w 9144000"/>
              <a:gd name="connsiteY0-122" fmla="*/ 0 h 6867525"/>
              <a:gd name="connsiteX1-123" fmla="*/ 9144000 w 9144000"/>
              <a:gd name="connsiteY1-124" fmla="*/ 0 h 6867525"/>
              <a:gd name="connsiteX2-125" fmla="*/ 9144000 w 9144000"/>
              <a:gd name="connsiteY2-126" fmla="*/ 6867525 h 6867525"/>
              <a:gd name="connsiteX3-127" fmla="*/ 0 w 9144000"/>
              <a:gd name="connsiteY3-128" fmla="*/ 6867525 h 6867525"/>
              <a:gd name="connsiteX4-129" fmla="*/ 0 w 9144000"/>
              <a:gd name="connsiteY4-130" fmla="*/ 0 h 6867525"/>
              <a:gd name="connsiteX5-131" fmla="*/ 2039541 w 9144000"/>
              <a:gd name="connsiteY5-132" fmla="*/ 1306116 h 6867525"/>
              <a:gd name="connsiteX6-133" fmla="*/ 2611041 w 9144000"/>
              <a:gd name="connsiteY6-134" fmla="*/ 5180409 h 6867525"/>
              <a:gd name="connsiteX7-135" fmla="*/ 7199709 w 9144000"/>
              <a:gd name="connsiteY7-136" fmla="*/ 5628084 h 6867525"/>
              <a:gd name="connsiteX8-137" fmla="*/ 6351984 w 9144000"/>
              <a:gd name="connsiteY8-138" fmla="*/ 1601391 h 6867525"/>
              <a:gd name="connsiteX9-139" fmla="*/ 2346326 w 9144000"/>
              <a:gd name="connsiteY9-140" fmla="*/ 1323976 h 6867525"/>
              <a:gd name="connsiteX10-141" fmla="*/ 2039541 w 9144000"/>
              <a:gd name="connsiteY10-142" fmla="*/ 1306116 h 6867525"/>
              <a:gd name="connsiteX0-143" fmla="*/ 0 w 9144000"/>
              <a:gd name="connsiteY0-144" fmla="*/ 0 h 6867525"/>
              <a:gd name="connsiteX1-145" fmla="*/ 9144000 w 9144000"/>
              <a:gd name="connsiteY1-146" fmla="*/ 0 h 6867525"/>
              <a:gd name="connsiteX2-147" fmla="*/ 9144000 w 9144000"/>
              <a:gd name="connsiteY2-148" fmla="*/ 6867525 h 6867525"/>
              <a:gd name="connsiteX3-149" fmla="*/ 0 w 9144000"/>
              <a:gd name="connsiteY3-150" fmla="*/ 6867525 h 6867525"/>
              <a:gd name="connsiteX4-151" fmla="*/ 0 w 9144000"/>
              <a:gd name="connsiteY4-152" fmla="*/ 0 h 6867525"/>
              <a:gd name="connsiteX5-153" fmla="*/ 2039541 w 9144000"/>
              <a:gd name="connsiteY5-154" fmla="*/ 1306116 h 6867525"/>
              <a:gd name="connsiteX6-155" fmla="*/ 2611041 w 9144000"/>
              <a:gd name="connsiteY6-156" fmla="*/ 5180409 h 6867525"/>
              <a:gd name="connsiteX7-157" fmla="*/ 7199709 w 9144000"/>
              <a:gd name="connsiteY7-158" fmla="*/ 5628084 h 6867525"/>
              <a:gd name="connsiteX8-159" fmla="*/ 6351984 w 9144000"/>
              <a:gd name="connsiteY8-160" fmla="*/ 1601391 h 6867525"/>
              <a:gd name="connsiteX9-161" fmla="*/ 2346326 w 9144000"/>
              <a:gd name="connsiteY9-162" fmla="*/ 1323976 h 6867525"/>
              <a:gd name="connsiteX10-163" fmla="*/ 2039541 w 9144000"/>
              <a:gd name="connsiteY10-164" fmla="*/ 1306116 h 6867525"/>
              <a:gd name="connsiteX0-165" fmla="*/ 0 w 9144000"/>
              <a:gd name="connsiteY0-166" fmla="*/ 0 h 6867525"/>
              <a:gd name="connsiteX1-167" fmla="*/ 9144000 w 9144000"/>
              <a:gd name="connsiteY1-168" fmla="*/ 0 h 6867525"/>
              <a:gd name="connsiteX2-169" fmla="*/ 9144000 w 9144000"/>
              <a:gd name="connsiteY2-170" fmla="*/ 6867525 h 6867525"/>
              <a:gd name="connsiteX3-171" fmla="*/ 0 w 9144000"/>
              <a:gd name="connsiteY3-172" fmla="*/ 6867525 h 6867525"/>
              <a:gd name="connsiteX4-173" fmla="*/ 0 w 9144000"/>
              <a:gd name="connsiteY4-174" fmla="*/ 0 h 6867525"/>
              <a:gd name="connsiteX5-175" fmla="*/ 2039541 w 9144000"/>
              <a:gd name="connsiteY5-176" fmla="*/ 1306116 h 6867525"/>
              <a:gd name="connsiteX6-177" fmla="*/ 2611041 w 9144000"/>
              <a:gd name="connsiteY6-178" fmla="*/ 5180409 h 6867525"/>
              <a:gd name="connsiteX7-179" fmla="*/ 7199709 w 9144000"/>
              <a:gd name="connsiteY7-180" fmla="*/ 5628084 h 6867525"/>
              <a:gd name="connsiteX8-181" fmla="*/ 6351984 w 9144000"/>
              <a:gd name="connsiteY8-182" fmla="*/ 1601391 h 6867525"/>
              <a:gd name="connsiteX9-183" fmla="*/ 2286691 w 9144000"/>
              <a:gd name="connsiteY9-184" fmla="*/ 1411440 h 6867525"/>
              <a:gd name="connsiteX10-185" fmla="*/ 2039541 w 9144000"/>
              <a:gd name="connsiteY10-186" fmla="*/ 1306116 h 6867525"/>
              <a:gd name="connsiteX0-187" fmla="*/ 0 w 9144000"/>
              <a:gd name="connsiteY0-188" fmla="*/ 0 h 6867525"/>
              <a:gd name="connsiteX1-189" fmla="*/ 9144000 w 9144000"/>
              <a:gd name="connsiteY1-190" fmla="*/ 0 h 6867525"/>
              <a:gd name="connsiteX2-191" fmla="*/ 9144000 w 9144000"/>
              <a:gd name="connsiteY2-192" fmla="*/ 6867525 h 6867525"/>
              <a:gd name="connsiteX3-193" fmla="*/ 0 w 9144000"/>
              <a:gd name="connsiteY3-194" fmla="*/ 6867525 h 6867525"/>
              <a:gd name="connsiteX4-195" fmla="*/ 0 w 9144000"/>
              <a:gd name="connsiteY4-196" fmla="*/ 0 h 6867525"/>
              <a:gd name="connsiteX5-197" fmla="*/ 2039541 w 9144000"/>
              <a:gd name="connsiteY5-198" fmla="*/ 1306116 h 6867525"/>
              <a:gd name="connsiteX6-199" fmla="*/ 2611041 w 9144000"/>
              <a:gd name="connsiteY6-200" fmla="*/ 5180409 h 6867525"/>
              <a:gd name="connsiteX7-201" fmla="*/ 7199709 w 9144000"/>
              <a:gd name="connsiteY7-202" fmla="*/ 5628084 h 6867525"/>
              <a:gd name="connsiteX8-203" fmla="*/ 6351984 w 9144000"/>
              <a:gd name="connsiteY8-204" fmla="*/ 1601391 h 6867525"/>
              <a:gd name="connsiteX9-205" fmla="*/ 2250910 w 9144000"/>
              <a:gd name="connsiteY9-206" fmla="*/ 1308073 h 6867525"/>
              <a:gd name="connsiteX10-207" fmla="*/ 2039541 w 9144000"/>
              <a:gd name="connsiteY10-208" fmla="*/ 1306116 h 6867525"/>
              <a:gd name="connsiteX0-209" fmla="*/ 0 w 9144000"/>
              <a:gd name="connsiteY0-210" fmla="*/ 0 h 6867525"/>
              <a:gd name="connsiteX1-211" fmla="*/ 9144000 w 9144000"/>
              <a:gd name="connsiteY1-212" fmla="*/ 0 h 6867525"/>
              <a:gd name="connsiteX2-213" fmla="*/ 9144000 w 9144000"/>
              <a:gd name="connsiteY2-214" fmla="*/ 6867525 h 6867525"/>
              <a:gd name="connsiteX3-215" fmla="*/ 0 w 9144000"/>
              <a:gd name="connsiteY3-216" fmla="*/ 6867525 h 6867525"/>
              <a:gd name="connsiteX4-217" fmla="*/ 0 w 9144000"/>
              <a:gd name="connsiteY4-218" fmla="*/ 0 h 6867525"/>
              <a:gd name="connsiteX5-219" fmla="*/ 2039541 w 9144000"/>
              <a:gd name="connsiteY5-220" fmla="*/ 1306116 h 6867525"/>
              <a:gd name="connsiteX6-221" fmla="*/ 2611041 w 9144000"/>
              <a:gd name="connsiteY6-222" fmla="*/ 5180409 h 6867525"/>
              <a:gd name="connsiteX7-223" fmla="*/ 7199709 w 9144000"/>
              <a:gd name="connsiteY7-224" fmla="*/ 5628084 h 6867525"/>
              <a:gd name="connsiteX8-225" fmla="*/ 6351984 w 9144000"/>
              <a:gd name="connsiteY8-226" fmla="*/ 1601391 h 6867525"/>
              <a:gd name="connsiteX9-227" fmla="*/ 2250910 w 9144000"/>
              <a:gd name="connsiteY9-228" fmla="*/ 1308073 h 6867525"/>
              <a:gd name="connsiteX10-229" fmla="*/ 2039541 w 9144000"/>
              <a:gd name="connsiteY10-230" fmla="*/ 1306116 h 6867525"/>
              <a:gd name="connsiteX0-231" fmla="*/ 0 w 9144000"/>
              <a:gd name="connsiteY0-232" fmla="*/ 0 h 6867525"/>
              <a:gd name="connsiteX1-233" fmla="*/ 9144000 w 9144000"/>
              <a:gd name="connsiteY1-234" fmla="*/ 0 h 6867525"/>
              <a:gd name="connsiteX2-235" fmla="*/ 9144000 w 9144000"/>
              <a:gd name="connsiteY2-236" fmla="*/ 6867525 h 6867525"/>
              <a:gd name="connsiteX3-237" fmla="*/ 0 w 9144000"/>
              <a:gd name="connsiteY3-238" fmla="*/ 6867525 h 6867525"/>
              <a:gd name="connsiteX4-239" fmla="*/ 0 w 9144000"/>
              <a:gd name="connsiteY4-240" fmla="*/ 0 h 6867525"/>
              <a:gd name="connsiteX5-241" fmla="*/ 2039541 w 9144000"/>
              <a:gd name="connsiteY5-242" fmla="*/ 1306116 h 6867525"/>
              <a:gd name="connsiteX6-243" fmla="*/ 2611041 w 9144000"/>
              <a:gd name="connsiteY6-244" fmla="*/ 5180409 h 6867525"/>
              <a:gd name="connsiteX7-245" fmla="*/ 7199709 w 9144000"/>
              <a:gd name="connsiteY7-246" fmla="*/ 5628084 h 6867525"/>
              <a:gd name="connsiteX8-247" fmla="*/ 6351984 w 9144000"/>
              <a:gd name="connsiteY8-248" fmla="*/ 1601391 h 6867525"/>
              <a:gd name="connsiteX9-249" fmla="*/ 2326233 w 9144000"/>
              <a:gd name="connsiteY9-250" fmla="*/ 1316299 h 6867525"/>
              <a:gd name="connsiteX10-251" fmla="*/ 2250910 w 9144000"/>
              <a:gd name="connsiteY10-252" fmla="*/ 1308073 h 6867525"/>
              <a:gd name="connsiteX11" fmla="*/ 2039541 w 9144000"/>
              <a:gd name="connsiteY11" fmla="*/ 1306116 h 6867525"/>
              <a:gd name="connsiteX0-253" fmla="*/ 0 w 9144000"/>
              <a:gd name="connsiteY0-254" fmla="*/ 0 h 6867525"/>
              <a:gd name="connsiteX1-255" fmla="*/ 9144000 w 9144000"/>
              <a:gd name="connsiteY1-256" fmla="*/ 0 h 6867525"/>
              <a:gd name="connsiteX2-257" fmla="*/ 9144000 w 9144000"/>
              <a:gd name="connsiteY2-258" fmla="*/ 6867525 h 6867525"/>
              <a:gd name="connsiteX3-259" fmla="*/ 0 w 9144000"/>
              <a:gd name="connsiteY3-260" fmla="*/ 6867525 h 6867525"/>
              <a:gd name="connsiteX4-261" fmla="*/ 0 w 9144000"/>
              <a:gd name="connsiteY4-262" fmla="*/ 0 h 6867525"/>
              <a:gd name="connsiteX5-263" fmla="*/ 2039541 w 9144000"/>
              <a:gd name="connsiteY5-264" fmla="*/ 1306116 h 6867525"/>
              <a:gd name="connsiteX6-265" fmla="*/ 2611041 w 9144000"/>
              <a:gd name="connsiteY6-266" fmla="*/ 5180409 h 6867525"/>
              <a:gd name="connsiteX7-267" fmla="*/ 7199709 w 9144000"/>
              <a:gd name="connsiteY7-268" fmla="*/ 5628084 h 6867525"/>
              <a:gd name="connsiteX8-269" fmla="*/ 6351984 w 9144000"/>
              <a:gd name="connsiteY8-270" fmla="*/ 1601391 h 6867525"/>
              <a:gd name="connsiteX9-271" fmla="*/ 2176108 w 9144000"/>
              <a:gd name="connsiteY9-272" fmla="*/ 1555135 h 6867525"/>
              <a:gd name="connsiteX10-273" fmla="*/ 2250910 w 9144000"/>
              <a:gd name="connsiteY10-274" fmla="*/ 1308073 h 6867525"/>
              <a:gd name="connsiteX11-275" fmla="*/ 2039541 w 9144000"/>
              <a:gd name="connsiteY11-276" fmla="*/ 1306116 h 6867525"/>
              <a:gd name="connsiteX0-277" fmla="*/ 0 w 9144000"/>
              <a:gd name="connsiteY0-278" fmla="*/ 0 h 6867525"/>
              <a:gd name="connsiteX1-279" fmla="*/ 9144000 w 9144000"/>
              <a:gd name="connsiteY1-280" fmla="*/ 0 h 6867525"/>
              <a:gd name="connsiteX2-281" fmla="*/ 9144000 w 9144000"/>
              <a:gd name="connsiteY2-282" fmla="*/ 6867525 h 6867525"/>
              <a:gd name="connsiteX3-283" fmla="*/ 0 w 9144000"/>
              <a:gd name="connsiteY3-284" fmla="*/ 6867525 h 6867525"/>
              <a:gd name="connsiteX4-285" fmla="*/ 0 w 9144000"/>
              <a:gd name="connsiteY4-286" fmla="*/ 0 h 6867525"/>
              <a:gd name="connsiteX5-287" fmla="*/ 2039541 w 9144000"/>
              <a:gd name="connsiteY5-288" fmla="*/ 1306116 h 6867525"/>
              <a:gd name="connsiteX6-289" fmla="*/ 2611041 w 9144000"/>
              <a:gd name="connsiteY6-290" fmla="*/ 5180409 h 6867525"/>
              <a:gd name="connsiteX7-291" fmla="*/ 7199709 w 9144000"/>
              <a:gd name="connsiteY7-292" fmla="*/ 5628084 h 6867525"/>
              <a:gd name="connsiteX8-293" fmla="*/ 6351984 w 9144000"/>
              <a:gd name="connsiteY8-294" fmla="*/ 1601391 h 6867525"/>
              <a:gd name="connsiteX9-295" fmla="*/ 2176108 w 9144000"/>
              <a:gd name="connsiteY9-296" fmla="*/ 1555135 h 6867525"/>
              <a:gd name="connsiteX10-297" fmla="*/ 2250910 w 9144000"/>
              <a:gd name="connsiteY10-298" fmla="*/ 1308073 h 6867525"/>
              <a:gd name="connsiteX11-299" fmla="*/ 2039541 w 9144000"/>
              <a:gd name="connsiteY11-300" fmla="*/ 1306116 h 6867525"/>
              <a:gd name="connsiteX0-301" fmla="*/ 0 w 9144000"/>
              <a:gd name="connsiteY0-302" fmla="*/ 0 h 6867525"/>
              <a:gd name="connsiteX1-303" fmla="*/ 9144000 w 9144000"/>
              <a:gd name="connsiteY1-304" fmla="*/ 0 h 6867525"/>
              <a:gd name="connsiteX2-305" fmla="*/ 9144000 w 9144000"/>
              <a:gd name="connsiteY2-306" fmla="*/ 6867525 h 6867525"/>
              <a:gd name="connsiteX3-307" fmla="*/ 0 w 9144000"/>
              <a:gd name="connsiteY3-308" fmla="*/ 6867525 h 6867525"/>
              <a:gd name="connsiteX4-309" fmla="*/ 0 w 9144000"/>
              <a:gd name="connsiteY4-310" fmla="*/ 0 h 6867525"/>
              <a:gd name="connsiteX5-311" fmla="*/ 2039541 w 9144000"/>
              <a:gd name="connsiteY5-312" fmla="*/ 1306116 h 6867525"/>
              <a:gd name="connsiteX6-313" fmla="*/ 2611041 w 9144000"/>
              <a:gd name="connsiteY6-314" fmla="*/ 5180409 h 6867525"/>
              <a:gd name="connsiteX7-315" fmla="*/ 7199709 w 9144000"/>
              <a:gd name="connsiteY7-316" fmla="*/ 5628084 h 6867525"/>
              <a:gd name="connsiteX8-317" fmla="*/ 6351984 w 9144000"/>
              <a:gd name="connsiteY8-318" fmla="*/ 1601391 h 6867525"/>
              <a:gd name="connsiteX9-319" fmla="*/ 2176108 w 9144000"/>
              <a:gd name="connsiteY9-320" fmla="*/ 1555135 h 6867525"/>
              <a:gd name="connsiteX10-321" fmla="*/ 2981649 w 9144000"/>
              <a:gd name="connsiteY10-322" fmla="*/ 1300258 h 6867525"/>
              <a:gd name="connsiteX11-323" fmla="*/ 2039541 w 9144000"/>
              <a:gd name="connsiteY11-324" fmla="*/ 1306116 h 6867525"/>
              <a:gd name="connsiteX0-325" fmla="*/ 0 w 9144000"/>
              <a:gd name="connsiteY0-326" fmla="*/ 0 h 6867525"/>
              <a:gd name="connsiteX1-327" fmla="*/ 9144000 w 9144000"/>
              <a:gd name="connsiteY1-328" fmla="*/ 0 h 6867525"/>
              <a:gd name="connsiteX2-329" fmla="*/ 9144000 w 9144000"/>
              <a:gd name="connsiteY2-330" fmla="*/ 6867525 h 6867525"/>
              <a:gd name="connsiteX3-331" fmla="*/ 0 w 9144000"/>
              <a:gd name="connsiteY3-332" fmla="*/ 6867525 h 6867525"/>
              <a:gd name="connsiteX4-333" fmla="*/ 0 w 9144000"/>
              <a:gd name="connsiteY4-334" fmla="*/ 0 h 6867525"/>
              <a:gd name="connsiteX5-335" fmla="*/ 2762464 w 9144000"/>
              <a:gd name="connsiteY5-336" fmla="*/ 1290485 h 6867525"/>
              <a:gd name="connsiteX6-337" fmla="*/ 2611041 w 9144000"/>
              <a:gd name="connsiteY6-338" fmla="*/ 5180409 h 6867525"/>
              <a:gd name="connsiteX7-339" fmla="*/ 7199709 w 9144000"/>
              <a:gd name="connsiteY7-340" fmla="*/ 5628084 h 6867525"/>
              <a:gd name="connsiteX8-341" fmla="*/ 6351984 w 9144000"/>
              <a:gd name="connsiteY8-342" fmla="*/ 1601391 h 6867525"/>
              <a:gd name="connsiteX9-343" fmla="*/ 2176108 w 9144000"/>
              <a:gd name="connsiteY9-344" fmla="*/ 1555135 h 6867525"/>
              <a:gd name="connsiteX10-345" fmla="*/ 2981649 w 9144000"/>
              <a:gd name="connsiteY10-346" fmla="*/ 1300258 h 6867525"/>
              <a:gd name="connsiteX11-347" fmla="*/ 2762464 w 9144000"/>
              <a:gd name="connsiteY11-348" fmla="*/ 1290485 h 6867525"/>
              <a:gd name="connsiteX0-349" fmla="*/ 0 w 9144000"/>
              <a:gd name="connsiteY0-350" fmla="*/ 0 h 6867525"/>
              <a:gd name="connsiteX1-351" fmla="*/ 9144000 w 9144000"/>
              <a:gd name="connsiteY1-352" fmla="*/ 0 h 6867525"/>
              <a:gd name="connsiteX2-353" fmla="*/ 9144000 w 9144000"/>
              <a:gd name="connsiteY2-354" fmla="*/ 6867525 h 6867525"/>
              <a:gd name="connsiteX3-355" fmla="*/ 0 w 9144000"/>
              <a:gd name="connsiteY3-356" fmla="*/ 6867525 h 6867525"/>
              <a:gd name="connsiteX4-357" fmla="*/ 0 w 9144000"/>
              <a:gd name="connsiteY4-358" fmla="*/ 0 h 6867525"/>
              <a:gd name="connsiteX5-359" fmla="*/ 2772894 w 9144000"/>
              <a:gd name="connsiteY5-360" fmla="*/ 1297438 h 6867525"/>
              <a:gd name="connsiteX6-361" fmla="*/ 2611041 w 9144000"/>
              <a:gd name="connsiteY6-362" fmla="*/ 5180409 h 6867525"/>
              <a:gd name="connsiteX7-363" fmla="*/ 7199709 w 9144000"/>
              <a:gd name="connsiteY7-364" fmla="*/ 5628084 h 6867525"/>
              <a:gd name="connsiteX8-365" fmla="*/ 6351984 w 9144000"/>
              <a:gd name="connsiteY8-366" fmla="*/ 1601391 h 6867525"/>
              <a:gd name="connsiteX9-367" fmla="*/ 2176108 w 9144000"/>
              <a:gd name="connsiteY9-368" fmla="*/ 1555135 h 6867525"/>
              <a:gd name="connsiteX10-369" fmla="*/ 2981649 w 9144000"/>
              <a:gd name="connsiteY10-370" fmla="*/ 1300258 h 6867525"/>
              <a:gd name="connsiteX11-371" fmla="*/ 2772894 w 9144000"/>
              <a:gd name="connsiteY11-372" fmla="*/ 1297438 h 6867525"/>
              <a:gd name="connsiteX0-373" fmla="*/ 0 w 9144000"/>
              <a:gd name="connsiteY0-374" fmla="*/ 0 h 6867525"/>
              <a:gd name="connsiteX1-375" fmla="*/ 9144000 w 9144000"/>
              <a:gd name="connsiteY1-376" fmla="*/ 0 h 6867525"/>
              <a:gd name="connsiteX2-377" fmla="*/ 9144000 w 9144000"/>
              <a:gd name="connsiteY2-378" fmla="*/ 6867525 h 6867525"/>
              <a:gd name="connsiteX3-379" fmla="*/ 0 w 9144000"/>
              <a:gd name="connsiteY3-380" fmla="*/ 6867525 h 6867525"/>
              <a:gd name="connsiteX4-381" fmla="*/ 0 w 9144000"/>
              <a:gd name="connsiteY4-382" fmla="*/ 0 h 6867525"/>
              <a:gd name="connsiteX5-383" fmla="*/ 2772894 w 9144000"/>
              <a:gd name="connsiteY5-384" fmla="*/ 1297438 h 6867525"/>
              <a:gd name="connsiteX6-385" fmla="*/ 2611041 w 9144000"/>
              <a:gd name="connsiteY6-386" fmla="*/ 5180409 h 6867525"/>
              <a:gd name="connsiteX7-387" fmla="*/ 7199709 w 9144000"/>
              <a:gd name="connsiteY7-388" fmla="*/ 5628084 h 6867525"/>
              <a:gd name="connsiteX8-389" fmla="*/ 6351984 w 9144000"/>
              <a:gd name="connsiteY8-390" fmla="*/ 1601391 h 6867525"/>
              <a:gd name="connsiteX9-391" fmla="*/ 2909714 w 9144000"/>
              <a:gd name="connsiteY9-392" fmla="*/ 1551658 h 6867525"/>
              <a:gd name="connsiteX10-393" fmla="*/ 2981649 w 9144000"/>
              <a:gd name="connsiteY10-394" fmla="*/ 1300258 h 6867525"/>
              <a:gd name="connsiteX11-395" fmla="*/ 2772894 w 9144000"/>
              <a:gd name="connsiteY11-396" fmla="*/ 1297438 h 6867525"/>
              <a:gd name="connsiteX0-397" fmla="*/ 0 w 9144000"/>
              <a:gd name="connsiteY0-398" fmla="*/ 0 h 6867525"/>
              <a:gd name="connsiteX1-399" fmla="*/ 9144000 w 9144000"/>
              <a:gd name="connsiteY1-400" fmla="*/ 0 h 6867525"/>
              <a:gd name="connsiteX2-401" fmla="*/ 9144000 w 9144000"/>
              <a:gd name="connsiteY2-402" fmla="*/ 6867525 h 6867525"/>
              <a:gd name="connsiteX3-403" fmla="*/ 0 w 9144000"/>
              <a:gd name="connsiteY3-404" fmla="*/ 6867525 h 6867525"/>
              <a:gd name="connsiteX4-405" fmla="*/ 0 w 9144000"/>
              <a:gd name="connsiteY4-406" fmla="*/ 0 h 6867525"/>
              <a:gd name="connsiteX5-407" fmla="*/ 2772894 w 9144000"/>
              <a:gd name="connsiteY5-408" fmla="*/ 1297438 h 6867525"/>
              <a:gd name="connsiteX6-409" fmla="*/ 2611041 w 9144000"/>
              <a:gd name="connsiteY6-410" fmla="*/ 5180409 h 6867525"/>
              <a:gd name="connsiteX7-411" fmla="*/ 7199709 w 9144000"/>
              <a:gd name="connsiteY7-412" fmla="*/ 5628084 h 6867525"/>
              <a:gd name="connsiteX8-413" fmla="*/ 6351984 w 9144000"/>
              <a:gd name="connsiteY8-414" fmla="*/ 1601391 h 6867525"/>
              <a:gd name="connsiteX9-415" fmla="*/ 3041301 w 9144000"/>
              <a:gd name="connsiteY9-416" fmla="*/ 1549751 h 6867525"/>
              <a:gd name="connsiteX10-417" fmla="*/ 2909714 w 9144000"/>
              <a:gd name="connsiteY10-418" fmla="*/ 1551658 h 6867525"/>
              <a:gd name="connsiteX11-419" fmla="*/ 2981649 w 9144000"/>
              <a:gd name="connsiteY11-420" fmla="*/ 1300258 h 6867525"/>
              <a:gd name="connsiteX12" fmla="*/ 2772894 w 9144000"/>
              <a:gd name="connsiteY12" fmla="*/ 1297438 h 6867525"/>
              <a:gd name="connsiteX0-421" fmla="*/ 0 w 9144000"/>
              <a:gd name="connsiteY0-422" fmla="*/ 0 h 6867525"/>
              <a:gd name="connsiteX1-423" fmla="*/ 9144000 w 9144000"/>
              <a:gd name="connsiteY1-424" fmla="*/ 0 h 6867525"/>
              <a:gd name="connsiteX2-425" fmla="*/ 9144000 w 9144000"/>
              <a:gd name="connsiteY2-426" fmla="*/ 6867525 h 6867525"/>
              <a:gd name="connsiteX3-427" fmla="*/ 0 w 9144000"/>
              <a:gd name="connsiteY3-428" fmla="*/ 6867525 h 6867525"/>
              <a:gd name="connsiteX4-429" fmla="*/ 0 w 9144000"/>
              <a:gd name="connsiteY4-430" fmla="*/ 0 h 6867525"/>
              <a:gd name="connsiteX5-431" fmla="*/ 2772894 w 9144000"/>
              <a:gd name="connsiteY5-432" fmla="*/ 1297438 h 6867525"/>
              <a:gd name="connsiteX6-433" fmla="*/ 2611041 w 9144000"/>
              <a:gd name="connsiteY6-434" fmla="*/ 5180409 h 6867525"/>
              <a:gd name="connsiteX7-435" fmla="*/ 7199709 w 9144000"/>
              <a:gd name="connsiteY7-436" fmla="*/ 5628084 h 6867525"/>
              <a:gd name="connsiteX8-437" fmla="*/ 6351984 w 9144000"/>
              <a:gd name="connsiteY8-438" fmla="*/ 1601391 h 6867525"/>
              <a:gd name="connsiteX9-439" fmla="*/ 2978718 w 9144000"/>
              <a:gd name="connsiteY9-440" fmla="*/ 1608857 h 6867525"/>
              <a:gd name="connsiteX10-441" fmla="*/ 2909714 w 9144000"/>
              <a:gd name="connsiteY10-442" fmla="*/ 1551658 h 6867525"/>
              <a:gd name="connsiteX11-443" fmla="*/ 2981649 w 9144000"/>
              <a:gd name="connsiteY11-444" fmla="*/ 1300258 h 6867525"/>
              <a:gd name="connsiteX12-445" fmla="*/ 2772894 w 9144000"/>
              <a:gd name="connsiteY12-446" fmla="*/ 1297438 h 6867525"/>
              <a:gd name="connsiteX0-447" fmla="*/ 0 w 9144000"/>
              <a:gd name="connsiteY0-448" fmla="*/ 0 h 6867525"/>
              <a:gd name="connsiteX1-449" fmla="*/ 9144000 w 9144000"/>
              <a:gd name="connsiteY1-450" fmla="*/ 0 h 6867525"/>
              <a:gd name="connsiteX2-451" fmla="*/ 9144000 w 9144000"/>
              <a:gd name="connsiteY2-452" fmla="*/ 6867525 h 6867525"/>
              <a:gd name="connsiteX3-453" fmla="*/ 0 w 9144000"/>
              <a:gd name="connsiteY3-454" fmla="*/ 6867525 h 6867525"/>
              <a:gd name="connsiteX4-455" fmla="*/ 0 w 9144000"/>
              <a:gd name="connsiteY4-456" fmla="*/ 0 h 6867525"/>
              <a:gd name="connsiteX5-457" fmla="*/ 2772894 w 9144000"/>
              <a:gd name="connsiteY5-458" fmla="*/ 1297438 h 6867525"/>
              <a:gd name="connsiteX6-459" fmla="*/ 2611041 w 9144000"/>
              <a:gd name="connsiteY6-460" fmla="*/ 5180409 h 6867525"/>
              <a:gd name="connsiteX7-461" fmla="*/ 7199709 w 9144000"/>
              <a:gd name="connsiteY7-462" fmla="*/ 5628084 h 6867525"/>
              <a:gd name="connsiteX8-463" fmla="*/ 6351984 w 9144000"/>
              <a:gd name="connsiteY8-464" fmla="*/ 1601391 h 6867525"/>
              <a:gd name="connsiteX9-465" fmla="*/ 3072592 w 9144000"/>
              <a:gd name="connsiteY9-466" fmla="*/ 1608857 h 6867525"/>
              <a:gd name="connsiteX10-467" fmla="*/ 2978718 w 9144000"/>
              <a:gd name="connsiteY10-468" fmla="*/ 1608857 h 6867525"/>
              <a:gd name="connsiteX11-469" fmla="*/ 2909714 w 9144000"/>
              <a:gd name="connsiteY11-470" fmla="*/ 1551658 h 6867525"/>
              <a:gd name="connsiteX12-471" fmla="*/ 2981649 w 9144000"/>
              <a:gd name="connsiteY12-472" fmla="*/ 1300258 h 6867525"/>
              <a:gd name="connsiteX13" fmla="*/ 2772894 w 9144000"/>
              <a:gd name="connsiteY13" fmla="*/ 1297438 h 6867525"/>
              <a:gd name="connsiteX0-473" fmla="*/ 0 w 9144000"/>
              <a:gd name="connsiteY0-474" fmla="*/ 0 h 6867525"/>
              <a:gd name="connsiteX1-475" fmla="*/ 9144000 w 9144000"/>
              <a:gd name="connsiteY1-476" fmla="*/ 0 h 6867525"/>
              <a:gd name="connsiteX2-477" fmla="*/ 9144000 w 9144000"/>
              <a:gd name="connsiteY2-478" fmla="*/ 6867525 h 6867525"/>
              <a:gd name="connsiteX3-479" fmla="*/ 0 w 9144000"/>
              <a:gd name="connsiteY3-480" fmla="*/ 6867525 h 6867525"/>
              <a:gd name="connsiteX4-481" fmla="*/ 0 w 9144000"/>
              <a:gd name="connsiteY4-482" fmla="*/ 0 h 6867525"/>
              <a:gd name="connsiteX5-483" fmla="*/ 2772894 w 9144000"/>
              <a:gd name="connsiteY5-484" fmla="*/ 1297438 h 6867525"/>
              <a:gd name="connsiteX6-485" fmla="*/ 2611041 w 9144000"/>
              <a:gd name="connsiteY6-486" fmla="*/ 5180409 h 6867525"/>
              <a:gd name="connsiteX7-487" fmla="*/ 7199709 w 9144000"/>
              <a:gd name="connsiteY7-488" fmla="*/ 5628084 h 6867525"/>
              <a:gd name="connsiteX8-489" fmla="*/ 6351984 w 9144000"/>
              <a:gd name="connsiteY8-490" fmla="*/ 1601391 h 6867525"/>
              <a:gd name="connsiteX9-491" fmla="*/ 3197757 w 9144000"/>
              <a:gd name="connsiteY9-492" fmla="*/ 1605380 h 6867525"/>
              <a:gd name="connsiteX10-493" fmla="*/ 3072592 w 9144000"/>
              <a:gd name="connsiteY10-494" fmla="*/ 1608857 h 6867525"/>
              <a:gd name="connsiteX11-495" fmla="*/ 2978718 w 9144000"/>
              <a:gd name="connsiteY11-496" fmla="*/ 1608857 h 6867525"/>
              <a:gd name="connsiteX12-497" fmla="*/ 2909714 w 9144000"/>
              <a:gd name="connsiteY12-498" fmla="*/ 1551658 h 6867525"/>
              <a:gd name="connsiteX13-499" fmla="*/ 2981649 w 9144000"/>
              <a:gd name="connsiteY13-500" fmla="*/ 1300258 h 6867525"/>
              <a:gd name="connsiteX14" fmla="*/ 2772894 w 9144000"/>
              <a:gd name="connsiteY14" fmla="*/ 1297438 h 6867525"/>
              <a:gd name="connsiteX0-501" fmla="*/ 0 w 9144000"/>
              <a:gd name="connsiteY0-502" fmla="*/ 0 h 6867525"/>
              <a:gd name="connsiteX1-503" fmla="*/ 9144000 w 9144000"/>
              <a:gd name="connsiteY1-504" fmla="*/ 0 h 6867525"/>
              <a:gd name="connsiteX2-505" fmla="*/ 9144000 w 9144000"/>
              <a:gd name="connsiteY2-506" fmla="*/ 6867525 h 6867525"/>
              <a:gd name="connsiteX3-507" fmla="*/ 0 w 9144000"/>
              <a:gd name="connsiteY3-508" fmla="*/ 6867525 h 6867525"/>
              <a:gd name="connsiteX4-509" fmla="*/ 0 w 9144000"/>
              <a:gd name="connsiteY4-510" fmla="*/ 0 h 6867525"/>
              <a:gd name="connsiteX5-511" fmla="*/ 2772894 w 9144000"/>
              <a:gd name="connsiteY5-512" fmla="*/ 1297438 h 6867525"/>
              <a:gd name="connsiteX6-513" fmla="*/ 2611041 w 9144000"/>
              <a:gd name="connsiteY6-514" fmla="*/ 5180409 h 6867525"/>
              <a:gd name="connsiteX7-515" fmla="*/ 7199709 w 9144000"/>
              <a:gd name="connsiteY7-516" fmla="*/ 5628084 h 6867525"/>
              <a:gd name="connsiteX8-517" fmla="*/ 6351984 w 9144000"/>
              <a:gd name="connsiteY8-518" fmla="*/ 1601391 h 6867525"/>
              <a:gd name="connsiteX9-519" fmla="*/ 3211664 w 9144000"/>
              <a:gd name="connsiteY9-520" fmla="*/ 1295944 h 6867525"/>
              <a:gd name="connsiteX10-521" fmla="*/ 3072592 w 9144000"/>
              <a:gd name="connsiteY10-522" fmla="*/ 1608857 h 6867525"/>
              <a:gd name="connsiteX11-523" fmla="*/ 2978718 w 9144000"/>
              <a:gd name="connsiteY11-524" fmla="*/ 1608857 h 6867525"/>
              <a:gd name="connsiteX12-525" fmla="*/ 2909714 w 9144000"/>
              <a:gd name="connsiteY12-526" fmla="*/ 1551658 h 6867525"/>
              <a:gd name="connsiteX13-527" fmla="*/ 2981649 w 9144000"/>
              <a:gd name="connsiteY13-528" fmla="*/ 1300258 h 6867525"/>
              <a:gd name="connsiteX14-529" fmla="*/ 2772894 w 9144000"/>
              <a:gd name="connsiteY14-530" fmla="*/ 1297438 h 6867525"/>
              <a:gd name="connsiteX0-531" fmla="*/ 0 w 9144000"/>
              <a:gd name="connsiteY0-532" fmla="*/ 0 h 6867525"/>
              <a:gd name="connsiteX1-533" fmla="*/ 9144000 w 9144000"/>
              <a:gd name="connsiteY1-534" fmla="*/ 0 h 6867525"/>
              <a:gd name="connsiteX2-535" fmla="*/ 9144000 w 9144000"/>
              <a:gd name="connsiteY2-536" fmla="*/ 6867525 h 6867525"/>
              <a:gd name="connsiteX3-537" fmla="*/ 0 w 9144000"/>
              <a:gd name="connsiteY3-538" fmla="*/ 6867525 h 6867525"/>
              <a:gd name="connsiteX4-539" fmla="*/ 0 w 9144000"/>
              <a:gd name="connsiteY4-540" fmla="*/ 0 h 6867525"/>
              <a:gd name="connsiteX5-541" fmla="*/ 2772894 w 9144000"/>
              <a:gd name="connsiteY5-542" fmla="*/ 1297438 h 6867525"/>
              <a:gd name="connsiteX6-543" fmla="*/ 2611041 w 9144000"/>
              <a:gd name="connsiteY6-544" fmla="*/ 5180409 h 6867525"/>
              <a:gd name="connsiteX7-545" fmla="*/ 7199709 w 9144000"/>
              <a:gd name="connsiteY7-546" fmla="*/ 5628084 h 6867525"/>
              <a:gd name="connsiteX8-547" fmla="*/ 6351984 w 9144000"/>
              <a:gd name="connsiteY8-548" fmla="*/ 1601391 h 6867525"/>
              <a:gd name="connsiteX9-549" fmla="*/ 3406366 w 9144000"/>
              <a:gd name="connsiteY9-550" fmla="*/ 1313328 h 6867525"/>
              <a:gd name="connsiteX10-551" fmla="*/ 3211664 w 9144000"/>
              <a:gd name="connsiteY10-552" fmla="*/ 1295944 h 6867525"/>
              <a:gd name="connsiteX11-553" fmla="*/ 3072592 w 9144000"/>
              <a:gd name="connsiteY11-554" fmla="*/ 1608857 h 6867525"/>
              <a:gd name="connsiteX12-555" fmla="*/ 2978718 w 9144000"/>
              <a:gd name="connsiteY12-556" fmla="*/ 1608857 h 6867525"/>
              <a:gd name="connsiteX13-557" fmla="*/ 2909714 w 9144000"/>
              <a:gd name="connsiteY13-558" fmla="*/ 1551658 h 6867525"/>
              <a:gd name="connsiteX14-559" fmla="*/ 2981649 w 9144000"/>
              <a:gd name="connsiteY14-560" fmla="*/ 1300258 h 6867525"/>
              <a:gd name="connsiteX15" fmla="*/ 2772894 w 9144000"/>
              <a:gd name="connsiteY15" fmla="*/ 1297438 h 6867525"/>
              <a:gd name="connsiteX0-561" fmla="*/ 0 w 9144000"/>
              <a:gd name="connsiteY0-562" fmla="*/ 0 h 6867525"/>
              <a:gd name="connsiteX1-563" fmla="*/ 9144000 w 9144000"/>
              <a:gd name="connsiteY1-564" fmla="*/ 0 h 6867525"/>
              <a:gd name="connsiteX2-565" fmla="*/ 9144000 w 9144000"/>
              <a:gd name="connsiteY2-566" fmla="*/ 6867525 h 6867525"/>
              <a:gd name="connsiteX3-567" fmla="*/ 0 w 9144000"/>
              <a:gd name="connsiteY3-568" fmla="*/ 6867525 h 6867525"/>
              <a:gd name="connsiteX4-569" fmla="*/ 0 w 9144000"/>
              <a:gd name="connsiteY4-570" fmla="*/ 0 h 6867525"/>
              <a:gd name="connsiteX5-571" fmla="*/ 2772894 w 9144000"/>
              <a:gd name="connsiteY5-572" fmla="*/ 1297438 h 6867525"/>
              <a:gd name="connsiteX6-573" fmla="*/ 2611041 w 9144000"/>
              <a:gd name="connsiteY6-574" fmla="*/ 5180409 h 6867525"/>
              <a:gd name="connsiteX7-575" fmla="*/ 7199709 w 9144000"/>
              <a:gd name="connsiteY7-576" fmla="*/ 5628084 h 6867525"/>
              <a:gd name="connsiteX8-577" fmla="*/ 6351984 w 9144000"/>
              <a:gd name="connsiteY8-578" fmla="*/ 1601391 h 6867525"/>
              <a:gd name="connsiteX9-579" fmla="*/ 3423750 w 9144000"/>
              <a:gd name="connsiteY9-580" fmla="*/ 1302898 h 6867525"/>
              <a:gd name="connsiteX10-581" fmla="*/ 3211664 w 9144000"/>
              <a:gd name="connsiteY10-582" fmla="*/ 1295944 h 6867525"/>
              <a:gd name="connsiteX11-583" fmla="*/ 3072592 w 9144000"/>
              <a:gd name="connsiteY11-584" fmla="*/ 1608857 h 6867525"/>
              <a:gd name="connsiteX12-585" fmla="*/ 2978718 w 9144000"/>
              <a:gd name="connsiteY12-586" fmla="*/ 1608857 h 6867525"/>
              <a:gd name="connsiteX13-587" fmla="*/ 2909714 w 9144000"/>
              <a:gd name="connsiteY13-588" fmla="*/ 1551658 h 6867525"/>
              <a:gd name="connsiteX14-589" fmla="*/ 2981649 w 9144000"/>
              <a:gd name="connsiteY14-590" fmla="*/ 1300258 h 6867525"/>
              <a:gd name="connsiteX15-591" fmla="*/ 2772894 w 9144000"/>
              <a:gd name="connsiteY15-592" fmla="*/ 1297438 h 6867525"/>
              <a:gd name="connsiteX0-593" fmla="*/ 0 w 9144000"/>
              <a:gd name="connsiteY0-594" fmla="*/ 0 h 6867525"/>
              <a:gd name="connsiteX1-595" fmla="*/ 9144000 w 9144000"/>
              <a:gd name="connsiteY1-596" fmla="*/ 0 h 6867525"/>
              <a:gd name="connsiteX2-597" fmla="*/ 9144000 w 9144000"/>
              <a:gd name="connsiteY2-598" fmla="*/ 6867525 h 6867525"/>
              <a:gd name="connsiteX3-599" fmla="*/ 0 w 9144000"/>
              <a:gd name="connsiteY3-600" fmla="*/ 6867525 h 6867525"/>
              <a:gd name="connsiteX4-601" fmla="*/ 0 w 9144000"/>
              <a:gd name="connsiteY4-602" fmla="*/ 0 h 6867525"/>
              <a:gd name="connsiteX5-603" fmla="*/ 2772894 w 9144000"/>
              <a:gd name="connsiteY5-604" fmla="*/ 1297438 h 6867525"/>
              <a:gd name="connsiteX6-605" fmla="*/ 2611041 w 9144000"/>
              <a:gd name="connsiteY6-606" fmla="*/ 5180409 h 6867525"/>
              <a:gd name="connsiteX7-607" fmla="*/ 7199709 w 9144000"/>
              <a:gd name="connsiteY7-608" fmla="*/ 5628084 h 6867525"/>
              <a:gd name="connsiteX8-609" fmla="*/ 6351984 w 9144000"/>
              <a:gd name="connsiteY8-610" fmla="*/ 1601391 h 6867525"/>
              <a:gd name="connsiteX9-611" fmla="*/ 3625404 w 9144000"/>
              <a:gd name="connsiteY9-612" fmla="*/ 1316805 h 6867525"/>
              <a:gd name="connsiteX10-613" fmla="*/ 3423750 w 9144000"/>
              <a:gd name="connsiteY10-614" fmla="*/ 1302898 h 6867525"/>
              <a:gd name="connsiteX11-615" fmla="*/ 3211664 w 9144000"/>
              <a:gd name="connsiteY11-616" fmla="*/ 1295944 h 6867525"/>
              <a:gd name="connsiteX12-617" fmla="*/ 3072592 w 9144000"/>
              <a:gd name="connsiteY12-618" fmla="*/ 1608857 h 6867525"/>
              <a:gd name="connsiteX13-619" fmla="*/ 2978718 w 9144000"/>
              <a:gd name="connsiteY13-620" fmla="*/ 1608857 h 6867525"/>
              <a:gd name="connsiteX14-621" fmla="*/ 2909714 w 9144000"/>
              <a:gd name="connsiteY14-622" fmla="*/ 1551658 h 6867525"/>
              <a:gd name="connsiteX15-623" fmla="*/ 2981649 w 9144000"/>
              <a:gd name="connsiteY15-624" fmla="*/ 1300258 h 6867525"/>
              <a:gd name="connsiteX16" fmla="*/ 2772894 w 9144000"/>
              <a:gd name="connsiteY16" fmla="*/ 1297438 h 6867525"/>
              <a:gd name="connsiteX0-625" fmla="*/ 0 w 9144000"/>
              <a:gd name="connsiteY0-626" fmla="*/ 0 h 6867525"/>
              <a:gd name="connsiteX1-627" fmla="*/ 9144000 w 9144000"/>
              <a:gd name="connsiteY1-628" fmla="*/ 0 h 6867525"/>
              <a:gd name="connsiteX2-629" fmla="*/ 9144000 w 9144000"/>
              <a:gd name="connsiteY2-630" fmla="*/ 6867525 h 6867525"/>
              <a:gd name="connsiteX3-631" fmla="*/ 0 w 9144000"/>
              <a:gd name="connsiteY3-632" fmla="*/ 6867525 h 6867525"/>
              <a:gd name="connsiteX4-633" fmla="*/ 0 w 9144000"/>
              <a:gd name="connsiteY4-634" fmla="*/ 0 h 6867525"/>
              <a:gd name="connsiteX5-635" fmla="*/ 2772894 w 9144000"/>
              <a:gd name="connsiteY5-636" fmla="*/ 1297438 h 6867525"/>
              <a:gd name="connsiteX6-637" fmla="*/ 2611041 w 9144000"/>
              <a:gd name="connsiteY6-638" fmla="*/ 5180409 h 6867525"/>
              <a:gd name="connsiteX7-639" fmla="*/ 7199709 w 9144000"/>
              <a:gd name="connsiteY7-640" fmla="*/ 5628084 h 6867525"/>
              <a:gd name="connsiteX8-641" fmla="*/ 6351984 w 9144000"/>
              <a:gd name="connsiteY8-642" fmla="*/ 1601391 h 6867525"/>
              <a:gd name="connsiteX9-643" fmla="*/ 3347260 w 9144000"/>
              <a:gd name="connsiteY9-644" fmla="*/ 1553228 h 6867525"/>
              <a:gd name="connsiteX10-645" fmla="*/ 3423750 w 9144000"/>
              <a:gd name="connsiteY10-646" fmla="*/ 1302898 h 6867525"/>
              <a:gd name="connsiteX11-647" fmla="*/ 3211664 w 9144000"/>
              <a:gd name="connsiteY11-648" fmla="*/ 1295944 h 6867525"/>
              <a:gd name="connsiteX12-649" fmla="*/ 3072592 w 9144000"/>
              <a:gd name="connsiteY12-650" fmla="*/ 1608857 h 6867525"/>
              <a:gd name="connsiteX13-651" fmla="*/ 2978718 w 9144000"/>
              <a:gd name="connsiteY13-652" fmla="*/ 1608857 h 6867525"/>
              <a:gd name="connsiteX14-653" fmla="*/ 2909714 w 9144000"/>
              <a:gd name="connsiteY14-654" fmla="*/ 1551658 h 6867525"/>
              <a:gd name="connsiteX15-655" fmla="*/ 2981649 w 9144000"/>
              <a:gd name="connsiteY15-656" fmla="*/ 1300258 h 6867525"/>
              <a:gd name="connsiteX16-657" fmla="*/ 2772894 w 9144000"/>
              <a:gd name="connsiteY16-658" fmla="*/ 1297438 h 6867525"/>
              <a:gd name="connsiteX0-659" fmla="*/ 0 w 9144000"/>
              <a:gd name="connsiteY0-660" fmla="*/ 0 h 6867525"/>
              <a:gd name="connsiteX1-661" fmla="*/ 9144000 w 9144000"/>
              <a:gd name="connsiteY1-662" fmla="*/ 0 h 6867525"/>
              <a:gd name="connsiteX2-663" fmla="*/ 9144000 w 9144000"/>
              <a:gd name="connsiteY2-664" fmla="*/ 6867525 h 6867525"/>
              <a:gd name="connsiteX3-665" fmla="*/ 0 w 9144000"/>
              <a:gd name="connsiteY3-666" fmla="*/ 6867525 h 6867525"/>
              <a:gd name="connsiteX4-667" fmla="*/ 0 w 9144000"/>
              <a:gd name="connsiteY4-668" fmla="*/ 0 h 6867525"/>
              <a:gd name="connsiteX5-669" fmla="*/ 2772894 w 9144000"/>
              <a:gd name="connsiteY5-670" fmla="*/ 1297438 h 6867525"/>
              <a:gd name="connsiteX6-671" fmla="*/ 2611041 w 9144000"/>
              <a:gd name="connsiteY6-672" fmla="*/ 5180409 h 6867525"/>
              <a:gd name="connsiteX7-673" fmla="*/ 7199709 w 9144000"/>
              <a:gd name="connsiteY7-674" fmla="*/ 5628084 h 6867525"/>
              <a:gd name="connsiteX8-675" fmla="*/ 6351984 w 9144000"/>
              <a:gd name="connsiteY8-676" fmla="*/ 1601391 h 6867525"/>
              <a:gd name="connsiteX9-677" fmla="*/ 3465471 w 9144000"/>
              <a:gd name="connsiteY9-678" fmla="*/ 1553228 h 6867525"/>
              <a:gd name="connsiteX10-679" fmla="*/ 3347260 w 9144000"/>
              <a:gd name="connsiteY10-680" fmla="*/ 1553228 h 6867525"/>
              <a:gd name="connsiteX11-681" fmla="*/ 3423750 w 9144000"/>
              <a:gd name="connsiteY11-682" fmla="*/ 1302898 h 6867525"/>
              <a:gd name="connsiteX12-683" fmla="*/ 3211664 w 9144000"/>
              <a:gd name="connsiteY12-684" fmla="*/ 1295944 h 6867525"/>
              <a:gd name="connsiteX13-685" fmla="*/ 3072592 w 9144000"/>
              <a:gd name="connsiteY13-686" fmla="*/ 1608857 h 6867525"/>
              <a:gd name="connsiteX14-687" fmla="*/ 2978718 w 9144000"/>
              <a:gd name="connsiteY14-688" fmla="*/ 1608857 h 6867525"/>
              <a:gd name="connsiteX15-689" fmla="*/ 2909714 w 9144000"/>
              <a:gd name="connsiteY15-690" fmla="*/ 1551658 h 6867525"/>
              <a:gd name="connsiteX16-691" fmla="*/ 2981649 w 9144000"/>
              <a:gd name="connsiteY16-692" fmla="*/ 1300258 h 6867525"/>
              <a:gd name="connsiteX17" fmla="*/ 2772894 w 9144000"/>
              <a:gd name="connsiteY17" fmla="*/ 1297438 h 6867525"/>
              <a:gd name="connsiteX0-693" fmla="*/ 0 w 9144000"/>
              <a:gd name="connsiteY0-694" fmla="*/ 0 h 6867525"/>
              <a:gd name="connsiteX1-695" fmla="*/ 9144000 w 9144000"/>
              <a:gd name="connsiteY1-696" fmla="*/ 0 h 6867525"/>
              <a:gd name="connsiteX2-697" fmla="*/ 9144000 w 9144000"/>
              <a:gd name="connsiteY2-698" fmla="*/ 6867525 h 6867525"/>
              <a:gd name="connsiteX3-699" fmla="*/ 0 w 9144000"/>
              <a:gd name="connsiteY3-700" fmla="*/ 6867525 h 6867525"/>
              <a:gd name="connsiteX4-701" fmla="*/ 0 w 9144000"/>
              <a:gd name="connsiteY4-702" fmla="*/ 0 h 6867525"/>
              <a:gd name="connsiteX5-703" fmla="*/ 2772894 w 9144000"/>
              <a:gd name="connsiteY5-704" fmla="*/ 1297438 h 6867525"/>
              <a:gd name="connsiteX6-705" fmla="*/ 2611041 w 9144000"/>
              <a:gd name="connsiteY6-706" fmla="*/ 5180409 h 6867525"/>
              <a:gd name="connsiteX7-707" fmla="*/ 7199709 w 9144000"/>
              <a:gd name="connsiteY7-708" fmla="*/ 5628084 h 6867525"/>
              <a:gd name="connsiteX8-709" fmla="*/ 6351984 w 9144000"/>
              <a:gd name="connsiteY8-710" fmla="*/ 1601391 h 6867525"/>
              <a:gd name="connsiteX9-711" fmla="*/ 3420273 w 9144000"/>
              <a:gd name="connsiteY9-712" fmla="*/ 1605380 h 6867525"/>
              <a:gd name="connsiteX10-713" fmla="*/ 3347260 w 9144000"/>
              <a:gd name="connsiteY10-714" fmla="*/ 1553228 h 6867525"/>
              <a:gd name="connsiteX11-715" fmla="*/ 3423750 w 9144000"/>
              <a:gd name="connsiteY11-716" fmla="*/ 1302898 h 6867525"/>
              <a:gd name="connsiteX12-717" fmla="*/ 3211664 w 9144000"/>
              <a:gd name="connsiteY12-718" fmla="*/ 1295944 h 6867525"/>
              <a:gd name="connsiteX13-719" fmla="*/ 3072592 w 9144000"/>
              <a:gd name="connsiteY13-720" fmla="*/ 1608857 h 6867525"/>
              <a:gd name="connsiteX14-721" fmla="*/ 2978718 w 9144000"/>
              <a:gd name="connsiteY14-722" fmla="*/ 1608857 h 6867525"/>
              <a:gd name="connsiteX15-723" fmla="*/ 2909714 w 9144000"/>
              <a:gd name="connsiteY15-724" fmla="*/ 1551658 h 6867525"/>
              <a:gd name="connsiteX16-725" fmla="*/ 2981649 w 9144000"/>
              <a:gd name="connsiteY16-726" fmla="*/ 1300258 h 6867525"/>
              <a:gd name="connsiteX17-727" fmla="*/ 2772894 w 9144000"/>
              <a:gd name="connsiteY17-728" fmla="*/ 1297438 h 6867525"/>
              <a:gd name="connsiteX0-729" fmla="*/ 0 w 9144000"/>
              <a:gd name="connsiteY0-730" fmla="*/ 0 h 6867525"/>
              <a:gd name="connsiteX1-731" fmla="*/ 9144000 w 9144000"/>
              <a:gd name="connsiteY1-732" fmla="*/ 0 h 6867525"/>
              <a:gd name="connsiteX2-733" fmla="*/ 9144000 w 9144000"/>
              <a:gd name="connsiteY2-734" fmla="*/ 6867525 h 6867525"/>
              <a:gd name="connsiteX3-735" fmla="*/ 0 w 9144000"/>
              <a:gd name="connsiteY3-736" fmla="*/ 6867525 h 6867525"/>
              <a:gd name="connsiteX4-737" fmla="*/ 0 w 9144000"/>
              <a:gd name="connsiteY4-738" fmla="*/ 0 h 6867525"/>
              <a:gd name="connsiteX5-739" fmla="*/ 2772894 w 9144000"/>
              <a:gd name="connsiteY5-740" fmla="*/ 1297438 h 6867525"/>
              <a:gd name="connsiteX6-741" fmla="*/ 2611041 w 9144000"/>
              <a:gd name="connsiteY6-742" fmla="*/ 5180409 h 6867525"/>
              <a:gd name="connsiteX7-743" fmla="*/ 7199709 w 9144000"/>
              <a:gd name="connsiteY7-744" fmla="*/ 5628084 h 6867525"/>
              <a:gd name="connsiteX8-745" fmla="*/ 6094701 w 9144000"/>
              <a:gd name="connsiteY8-746" fmla="*/ 1604868 h 6867525"/>
              <a:gd name="connsiteX9-747" fmla="*/ 3420273 w 9144000"/>
              <a:gd name="connsiteY9-748" fmla="*/ 1605380 h 6867525"/>
              <a:gd name="connsiteX10-749" fmla="*/ 3347260 w 9144000"/>
              <a:gd name="connsiteY10-750" fmla="*/ 1553228 h 6867525"/>
              <a:gd name="connsiteX11-751" fmla="*/ 3423750 w 9144000"/>
              <a:gd name="connsiteY11-752" fmla="*/ 1302898 h 6867525"/>
              <a:gd name="connsiteX12-753" fmla="*/ 3211664 w 9144000"/>
              <a:gd name="connsiteY12-754" fmla="*/ 1295944 h 6867525"/>
              <a:gd name="connsiteX13-755" fmla="*/ 3072592 w 9144000"/>
              <a:gd name="connsiteY13-756" fmla="*/ 1608857 h 6867525"/>
              <a:gd name="connsiteX14-757" fmla="*/ 2978718 w 9144000"/>
              <a:gd name="connsiteY14-758" fmla="*/ 1608857 h 6867525"/>
              <a:gd name="connsiteX15-759" fmla="*/ 2909714 w 9144000"/>
              <a:gd name="connsiteY15-760" fmla="*/ 1551658 h 6867525"/>
              <a:gd name="connsiteX16-761" fmla="*/ 2981649 w 9144000"/>
              <a:gd name="connsiteY16-762" fmla="*/ 1300258 h 6867525"/>
              <a:gd name="connsiteX17-763" fmla="*/ 2772894 w 9144000"/>
              <a:gd name="connsiteY17-764" fmla="*/ 1297438 h 6867525"/>
              <a:gd name="connsiteX0-765" fmla="*/ 0 w 9144000"/>
              <a:gd name="connsiteY0-766" fmla="*/ 0 h 6867525"/>
              <a:gd name="connsiteX1-767" fmla="*/ 9144000 w 9144000"/>
              <a:gd name="connsiteY1-768" fmla="*/ 0 h 6867525"/>
              <a:gd name="connsiteX2-769" fmla="*/ 9144000 w 9144000"/>
              <a:gd name="connsiteY2-770" fmla="*/ 6867525 h 6867525"/>
              <a:gd name="connsiteX3-771" fmla="*/ 0 w 9144000"/>
              <a:gd name="connsiteY3-772" fmla="*/ 6867525 h 6867525"/>
              <a:gd name="connsiteX4-773" fmla="*/ 0 w 9144000"/>
              <a:gd name="connsiteY4-774" fmla="*/ 0 h 6867525"/>
              <a:gd name="connsiteX5-775" fmla="*/ 2772894 w 9144000"/>
              <a:gd name="connsiteY5-776" fmla="*/ 1297438 h 6867525"/>
              <a:gd name="connsiteX6-777" fmla="*/ 2611041 w 9144000"/>
              <a:gd name="connsiteY6-778" fmla="*/ 5180409 h 6867525"/>
              <a:gd name="connsiteX7-779" fmla="*/ 7199709 w 9144000"/>
              <a:gd name="connsiteY7-780" fmla="*/ 5628084 h 6867525"/>
              <a:gd name="connsiteX8-781" fmla="*/ 6139135 w 9144000"/>
              <a:gd name="connsiteY8-782" fmla="*/ 1761836 h 6867525"/>
              <a:gd name="connsiteX9-783" fmla="*/ 6094701 w 9144000"/>
              <a:gd name="connsiteY9-784" fmla="*/ 1604868 h 6867525"/>
              <a:gd name="connsiteX10-785" fmla="*/ 3420273 w 9144000"/>
              <a:gd name="connsiteY10-786" fmla="*/ 1605380 h 6867525"/>
              <a:gd name="connsiteX11-787" fmla="*/ 3347260 w 9144000"/>
              <a:gd name="connsiteY11-788" fmla="*/ 1553228 h 6867525"/>
              <a:gd name="connsiteX12-789" fmla="*/ 3423750 w 9144000"/>
              <a:gd name="connsiteY12-790" fmla="*/ 1302898 h 6867525"/>
              <a:gd name="connsiteX13-791" fmla="*/ 3211664 w 9144000"/>
              <a:gd name="connsiteY13-792" fmla="*/ 1295944 h 6867525"/>
              <a:gd name="connsiteX14-793" fmla="*/ 3072592 w 9144000"/>
              <a:gd name="connsiteY14-794" fmla="*/ 1608857 h 6867525"/>
              <a:gd name="connsiteX15-795" fmla="*/ 2978718 w 9144000"/>
              <a:gd name="connsiteY15-796" fmla="*/ 1608857 h 6867525"/>
              <a:gd name="connsiteX16-797" fmla="*/ 2909714 w 9144000"/>
              <a:gd name="connsiteY16-798" fmla="*/ 1551658 h 6867525"/>
              <a:gd name="connsiteX17-799" fmla="*/ 2981649 w 9144000"/>
              <a:gd name="connsiteY17-800" fmla="*/ 1300258 h 6867525"/>
              <a:gd name="connsiteX18" fmla="*/ 2772894 w 9144000"/>
              <a:gd name="connsiteY18" fmla="*/ 1297438 h 6867525"/>
              <a:gd name="connsiteX0-801" fmla="*/ 0 w 9144000"/>
              <a:gd name="connsiteY0-802" fmla="*/ 0 h 6867525"/>
              <a:gd name="connsiteX1-803" fmla="*/ 9144000 w 9144000"/>
              <a:gd name="connsiteY1-804" fmla="*/ 0 h 6867525"/>
              <a:gd name="connsiteX2-805" fmla="*/ 9144000 w 9144000"/>
              <a:gd name="connsiteY2-806" fmla="*/ 6867525 h 6867525"/>
              <a:gd name="connsiteX3-807" fmla="*/ 0 w 9144000"/>
              <a:gd name="connsiteY3-808" fmla="*/ 6867525 h 6867525"/>
              <a:gd name="connsiteX4-809" fmla="*/ 0 w 9144000"/>
              <a:gd name="connsiteY4-810" fmla="*/ 0 h 6867525"/>
              <a:gd name="connsiteX5-811" fmla="*/ 2772894 w 9144000"/>
              <a:gd name="connsiteY5-812" fmla="*/ 1297438 h 6867525"/>
              <a:gd name="connsiteX6-813" fmla="*/ 2611041 w 9144000"/>
              <a:gd name="connsiteY6-814" fmla="*/ 5180409 h 6867525"/>
              <a:gd name="connsiteX7-815" fmla="*/ 7199709 w 9144000"/>
              <a:gd name="connsiteY7-816" fmla="*/ 5628084 h 6867525"/>
              <a:gd name="connsiteX8-817" fmla="*/ 6518107 w 9144000"/>
              <a:gd name="connsiteY8-818" fmla="*/ 1716638 h 6867525"/>
              <a:gd name="connsiteX9-819" fmla="*/ 6094701 w 9144000"/>
              <a:gd name="connsiteY9-820" fmla="*/ 1604868 h 6867525"/>
              <a:gd name="connsiteX10-821" fmla="*/ 3420273 w 9144000"/>
              <a:gd name="connsiteY10-822" fmla="*/ 1605380 h 6867525"/>
              <a:gd name="connsiteX11-823" fmla="*/ 3347260 w 9144000"/>
              <a:gd name="connsiteY11-824" fmla="*/ 1553228 h 6867525"/>
              <a:gd name="connsiteX12-825" fmla="*/ 3423750 w 9144000"/>
              <a:gd name="connsiteY12-826" fmla="*/ 1302898 h 6867525"/>
              <a:gd name="connsiteX13-827" fmla="*/ 3211664 w 9144000"/>
              <a:gd name="connsiteY13-828" fmla="*/ 1295944 h 6867525"/>
              <a:gd name="connsiteX14-829" fmla="*/ 3072592 w 9144000"/>
              <a:gd name="connsiteY14-830" fmla="*/ 1608857 h 6867525"/>
              <a:gd name="connsiteX15-831" fmla="*/ 2978718 w 9144000"/>
              <a:gd name="connsiteY15-832" fmla="*/ 1608857 h 6867525"/>
              <a:gd name="connsiteX16-833" fmla="*/ 2909714 w 9144000"/>
              <a:gd name="connsiteY16-834" fmla="*/ 1551658 h 6867525"/>
              <a:gd name="connsiteX17-835" fmla="*/ 2981649 w 9144000"/>
              <a:gd name="connsiteY17-836" fmla="*/ 1300258 h 6867525"/>
              <a:gd name="connsiteX18-837" fmla="*/ 2772894 w 9144000"/>
              <a:gd name="connsiteY18-838" fmla="*/ 1297438 h 6867525"/>
              <a:gd name="connsiteX0-839" fmla="*/ 0 w 9144000"/>
              <a:gd name="connsiteY0-840" fmla="*/ 0 h 6867525"/>
              <a:gd name="connsiteX1-841" fmla="*/ 9144000 w 9144000"/>
              <a:gd name="connsiteY1-842" fmla="*/ 0 h 6867525"/>
              <a:gd name="connsiteX2-843" fmla="*/ 9144000 w 9144000"/>
              <a:gd name="connsiteY2-844" fmla="*/ 6867525 h 6867525"/>
              <a:gd name="connsiteX3-845" fmla="*/ 0 w 9144000"/>
              <a:gd name="connsiteY3-846" fmla="*/ 6867525 h 6867525"/>
              <a:gd name="connsiteX4-847" fmla="*/ 0 w 9144000"/>
              <a:gd name="connsiteY4-848" fmla="*/ 0 h 6867525"/>
              <a:gd name="connsiteX5-849" fmla="*/ 2772894 w 9144000"/>
              <a:gd name="connsiteY5-850" fmla="*/ 1297438 h 6867525"/>
              <a:gd name="connsiteX6-851" fmla="*/ 2611041 w 9144000"/>
              <a:gd name="connsiteY6-852" fmla="*/ 5180409 h 6867525"/>
              <a:gd name="connsiteX7-853" fmla="*/ 7199709 w 9144000"/>
              <a:gd name="connsiteY7-854" fmla="*/ 5628084 h 6867525"/>
              <a:gd name="connsiteX8-855" fmla="*/ 6518107 w 9144000"/>
              <a:gd name="connsiteY8-856" fmla="*/ 1716638 h 6867525"/>
              <a:gd name="connsiteX9-857" fmla="*/ 6094701 w 9144000"/>
              <a:gd name="connsiteY9-858" fmla="*/ 1604868 h 6867525"/>
              <a:gd name="connsiteX10-859" fmla="*/ 3420273 w 9144000"/>
              <a:gd name="connsiteY10-860" fmla="*/ 1605380 h 6867525"/>
              <a:gd name="connsiteX11-861" fmla="*/ 3347260 w 9144000"/>
              <a:gd name="connsiteY11-862" fmla="*/ 1553228 h 6867525"/>
              <a:gd name="connsiteX12-863" fmla="*/ 3423750 w 9144000"/>
              <a:gd name="connsiteY12-864" fmla="*/ 1302898 h 6867525"/>
              <a:gd name="connsiteX13-865" fmla="*/ 3211664 w 9144000"/>
              <a:gd name="connsiteY13-866" fmla="*/ 1295944 h 6867525"/>
              <a:gd name="connsiteX14-867" fmla="*/ 3072592 w 9144000"/>
              <a:gd name="connsiteY14-868" fmla="*/ 1608857 h 6867525"/>
              <a:gd name="connsiteX15-869" fmla="*/ 2978718 w 9144000"/>
              <a:gd name="connsiteY15-870" fmla="*/ 1608857 h 6867525"/>
              <a:gd name="connsiteX16-871" fmla="*/ 2909714 w 9144000"/>
              <a:gd name="connsiteY16-872" fmla="*/ 1551658 h 6867525"/>
              <a:gd name="connsiteX17-873" fmla="*/ 2981649 w 9144000"/>
              <a:gd name="connsiteY17-874" fmla="*/ 1300258 h 6867525"/>
              <a:gd name="connsiteX18-875" fmla="*/ 2772894 w 9144000"/>
              <a:gd name="connsiteY18-876" fmla="*/ 1297438 h 6867525"/>
              <a:gd name="connsiteX0-877" fmla="*/ 0 w 9144000"/>
              <a:gd name="connsiteY0-878" fmla="*/ 0 h 6867525"/>
              <a:gd name="connsiteX1-879" fmla="*/ 9144000 w 9144000"/>
              <a:gd name="connsiteY1-880" fmla="*/ 0 h 6867525"/>
              <a:gd name="connsiteX2-881" fmla="*/ 9144000 w 9144000"/>
              <a:gd name="connsiteY2-882" fmla="*/ 6867525 h 6867525"/>
              <a:gd name="connsiteX3-883" fmla="*/ 0 w 9144000"/>
              <a:gd name="connsiteY3-884" fmla="*/ 6867525 h 6867525"/>
              <a:gd name="connsiteX4-885" fmla="*/ 0 w 9144000"/>
              <a:gd name="connsiteY4-886" fmla="*/ 0 h 6867525"/>
              <a:gd name="connsiteX5-887" fmla="*/ 2772894 w 9144000"/>
              <a:gd name="connsiteY5-888" fmla="*/ 1297438 h 6867525"/>
              <a:gd name="connsiteX6-889" fmla="*/ 2611041 w 9144000"/>
              <a:gd name="connsiteY6-890" fmla="*/ 5180409 h 6867525"/>
              <a:gd name="connsiteX7-891" fmla="*/ 7199709 w 9144000"/>
              <a:gd name="connsiteY7-892" fmla="*/ 5628084 h 6867525"/>
              <a:gd name="connsiteX8-893" fmla="*/ 6518107 w 9144000"/>
              <a:gd name="connsiteY8-894" fmla="*/ 1716638 h 6867525"/>
              <a:gd name="connsiteX9-895" fmla="*/ 6094701 w 9144000"/>
              <a:gd name="connsiteY9-896" fmla="*/ 1604868 h 6867525"/>
              <a:gd name="connsiteX10-897" fmla="*/ 3420273 w 9144000"/>
              <a:gd name="connsiteY10-898" fmla="*/ 1605380 h 6867525"/>
              <a:gd name="connsiteX11-899" fmla="*/ 3347260 w 9144000"/>
              <a:gd name="connsiteY11-900" fmla="*/ 1553228 h 6867525"/>
              <a:gd name="connsiteX12-901" fmla="*/ 3423750 w 9144000"/>
              <a:gd name="connsiteY12-902" fmla="*/ 1302898 h 6867525"/>
              <a:gd name="connsiteX13-903" fmla="*/ 3211664 w 9144000"/>
              <a:gd name="connsiteY13-904" fmla="*/ 1295944 h 6867525"/>
              <a:gd name="connsiteX14-905" fmla="*/ 3072592 w 9144000"/>
              <a:gd name="connsiteY14-906" fmla="*/ 1608857 h 6867525"/>
              <a:gd name="connsiteX15-907" fmla="*/ 2978718 w 9144000"/>
              <a:gd name="connsiteY15-908" fmla="*/ 1608857 h 6867525"/>
              <a:gd name="connsiteX16-909" fmla="*/ 2909714 w 9144000"/>
              <a:gd name="connsiteY16-910" fmla="*/ 1551658 h 6867525"/>
              <a:gd name="connsiteX17-911" fmla="*/ 2981649 w 9144000"/>
              <a:gd name="connsiteY17-912" fmla="*/ 1300258 h 6867525"/>
              <a:gd name="connsiteX18-913" fmla="*/ 2772894 w 9144000"/>
              <a:gd name="connsiteY18-914" fmla="*/ 1297438 h 6867525"/>
              <a:gd name="connsiteX0-915" fmla="*/ 0 w 9144000"/>
              <a:gd name="connsiteY0-916" fmla="*/ 0 h 6867525"/>
              <a:gd name="connsiteX1-917" fmla="*/ 9144000 w 9144000"/>
              <a:gd name="connsiteY1-918" fmla="*/ 0 h 6867525"/>
              <a:gd name="connsiteX2-919" fmla="*/ 9144000 w 9144000"/>
              <a:gd name="connsiteY2-920" fmla="*/ 6867525 h 6867525"/>
              <a:gd name="connsiteX3-921" fmla="*/ 0 w 9144000"/>
              <a:gd name="connsiteY3-922" fmla="*/ 6867525 h 6867525"/>
              <a:gd name="connsiteX4-923" fmla="*/ 0 w 9144000"/>
              <a:gd name="connsiteY4-924" fmla="*/ 0 h 6867525"/>
              <a:gd name="connsiteX5-925" fmla="*/ 2772894 w 9144000"/>
              <a:gd name="connsiteY5-926" fmla="*/ 1297438 h 6867525"/>
              <a:gd name="connsiteX6-927" fmla="*/ 2611041 w 9144000"/>
              <a:gd name="connsiteY6-928" fmla="*/ 5180409 h 6867525"/>
              <a:gd name="connsiteX7-929" fmla="*/ 7199709 w 9144000"/>
              <a:gd name="connsiteY7-930" fmla="*/ 5628084 h 6867525"/>
              <a:gd name="connsiteX8-931" fmla="*/ 6587643 w 9144000"/>
              <a:gd name="connsiteY8-932" fmla="*/ 2106040 h 6867525"/>
              <a:gd name="connsiteX9-933" fmla="*/ 6518107 w 9144000"/>
              <a:gd name="connsiteY9-934" fmla="*/ 1716638 h 6867525"/>
              <a:gd name="connsiteX10-935" fmla="*/ 6094701 w 9144000"/>
              <a:gd name="connsiteY10-936" fmla="*/ 1604868 h 6867525"/>
              <a:gd name="connsiteX11-937" fmla="*/ 3420273 w 9144000"/>
              <a:gd name="connsiteY11-938" fmla="*/ 1605380 h 6867525"/>
              <a:gd name="connsiteX12-939" fmla="*/ 3347260 w 9144000"/>
              <a:gd name="connsiteY12-940" fmla="*/ 1553228 h 6867525"/>
              <a:gd name="connsiteX13-941" fmla="*/ 3423750 w 9144000"/>
              <a:gd name="connsiteY13-942" fmla="*/ 1302898 h 6867525"/>
              <a:gd name="connsiteX14-943" fmla="*/ 3211664 w 9144000"/>
              <a:gd name="connsiteY14-944" fmla="*/ 1295944 h 6867525"/>
              <a:gd name="connsiteX15-945" fmla="*/ 3072592 w 9144000"/>
              <a:gd name="connsiteY15-946" fmla="*/ 1608857 h 6867525"/>
              <a:gd name="connsiteX16-947" fmla="*/ 2978718 w 9144000"/>
              <a:gd name="connsiteY16-948" fmla="*/ 1608857 h 6867525"/>
              <a:gd name="connsiteX17-949" fmla="*/ 2909714 w 9144000"/>
              <a:gd name="connsiteY17-950" fmla="*/ 1551658 h 6867525"/>
              <a:gd name="connsiteX18-951" fmla="*/ 2981649 w 9144000"/>
              <a:gd name="connsiteY18-952" fmla="*/ 1300258 h 6867525"/>
              <a:gd name="connsiteX19" fmla="*/ 2772894 w 9144000"/>
              <a:gd name="connsiteY19" fmla="*/ 1297438 h 6867525"/>
              <a:gd name="connsiteX0-953" fmla="*/ 0 w 9144000"/>
              <a:gd name="connsiteY0-954" fmla="*/ 0 h 6867525"/>
              <a:gd name="connsiteX1-955" fmla="*/ 9144000 w 9144000"/>
              <a:gd name="connsiteY1-956" fmla="*/ 0 h 6867525"/>
              <a:gd name="connsiteX2-957" fmla="*/ 9144000 w 9144000"/>
              <a:gd name="connsiteY2-958" fmla="*/ 6867525 h 6867525"/>
              <a:gd name="connsiteX3-959" fmla="*/ 0 w 9144000"/>
              <a:gd name="connsiteY3-960" fmla="*/ 6867525 h 6867525"/>
              <a:gd name="connsiteX4-961" fmla="*/ 0 w 9144000"/>
              <a:gd name="connsiteY4-962" fmla="*/ 0 h 6867525"/>
              <a:gd name="connsiteX5-963" fmla="*/ 2772894 w 9144000"/>
              <a:gd name="connsiteY5-964" fmla="*/ 1297438 h 6867525"/>
              <a:gd name="connsiteX6-965" fmla="*/ 2611041 w 9144000"/>
              <a:gd name="connsiteY6-966" fmla="*/ 5180409 h 6867525"/>
              <a:gd name="connsiteX7-967" fmla="*/ 7199709 w 9144000"/>
              <a:gd name="connsiteY7-968" fmla="*/ 5628084 h 6867525"/>
              <a:gd name="connsiteX8-969" fmla="*/ 6636319 w 9144000"/>
              <a:gd name="connsiteY8-970" fmla="*/ 2106040 h 6867525"/>
              <a:gd name="connsiteX9-971" fmla="*/ 6518107 w 9144000"/>
              <a:gd name="connsiteY9-972" fmla="*/ 1716638 h 6867525"/>
              <a:gd name="connsiteX10-973" fmla="*/ 6094701 w 9144000"/>
              <a:gd name="connsiteY10-974" fmla="*/ 1604868 h 6867525"/>
              <a:gd name="connsiteX11-975" fmla="*/ 3420273 w 9144000"/>
              <a:gd name="connsiteY11-976" fmla="*/ 1605380 h 6867525"/>
              <a:gd name="connsiteX12-977" fmla="*/ 3347260 w 9144000"/>
              <a:gd name="connsiteY12-978" fmla="*/ 1553228 h 6867525"/>
              <a:gd name="connsiteX13-979" fmla="*/ 3423750 w 9144000"/>
              <a:gd name="connsiteY13-980" fmla="*/ 1302898 h 6867525"/>
              <a:gd name="connsiteX14-981" fmla="*/ 3211664 w 9144000"/>
              <a:gd name="connsiteY14-982" fmla="*/ 1295944 h 6867525"/>
              <a:gd name="connsiteX15-983" fmla="*/ 3072592 w 9144000"/>
              <a:gd name="connsiteY15-984" fmla="*/ 1608857 h 6867525"/>
              <a:gd name="connsiteX16-985" fmla="*/ 2978718 w 9144000"/>
              <a:gd name="connsiteY16-986" fmla="*/ 1608857 h 6867525"/>
              <a:gd name="connsiteX17-987" fmla="*/ 2909714 w 9144000"/>
              <a:gd name="connsiteY17-988" fmla="*/ 1551658 h 6867525"/>
              <a:gd name="connsiteX18-989" fmla="*/ 2981649 w 9144000"/>
              <a:gd name="connsiteY18-990" fmla="*/ 1300258 h 6867525"/>
              <a:gd name="connsiteX19-991" fmla="*/ 2772894 w 9144000"/>
              <a:gd name="connsiteY19-992" fmla="*/ 1297438 h 6867525"/>
              <a:gd name="connsiteX0-993" fmla="*/ 0 w 9144000"/>
              <a:gd name="connsiteY0-994" fmla="*/ 0 h 6867525"/>
              <a:gd name="connsiteX1-995" fmla="*/ 9144000 w 9144000"/>
              <a:gd name="connsiteY1-996" fmla="*/ 0 h 6867525"/>
              <a:gd name="connsiteX2-997" fmla="*/ 9144000 w 9144000"/>
              <a:gd name="connsiteY2-998" fmla="*/ 6867525 h 6867525"/>
              <a:gd name="connsiteX3-999" fmla="*/ 0 w 9144000"/>
              <a:gd name="connsiteY3-1000" fmla="*/ 6867525 h 6867525"/>
              <a:gd name="connsiteX4-1001" fmla="*/ 0 w 9144000"/>
              <a:gd name="connsiteY4-1002" fmla="*/ 0 h 6867525"/>
              <a:gd name="connsiteX5-1003" fmla="*/ 2772894 w 9144000"/>
              <a:gd name="connsiteY5-1004" fmla="*/ 1297438 h 6867525"/>
              <a:gd name="connsiteX6-1005" fmla="*/ 2611041 w 9144000"/>
              <a:gd name="connsiteY6-1006" fmla="*/ 5180409 h 6867525"/>
              <a:gd name="connsiteX7-1007" fmla="*/ 7199709 w 9144000"/>
              <a:gd name="connsiteY7-1008" fmla="*/ 5628084 h 6867525"/>
              <a:gd name="connsiteX8-1009" fmla="*/ 6636319 w 9144000"/>
              <a:gd name="connsiteY8-1010" fmla="*/ 2106040 h 6867525"/>
              <a:gd name="connsiteX9-1011" fmla="*/ 6518107 w 9144000"/>
              <a:gd name="connsiteY9-1012" fmla="*/ 1716638 h 6867525"/>
              <a:gd name="connsiteX10-1013" fmla="*/ 6094701 w 9144000"/>
              <a:gd name="connsiteY10-1014" fmla="*/ 1604868 h 6867525"/>
              <a:gd name="connsiteX11-1015" fmla="*/ 3420273 w 9144000"/>
              <a:gd name="connsiteY11-1016" fmla="*/ 1605380 h 6867525"/>
              <a:gd name="connsiteX12-1017" fmla="*/ 3347260 w 9144000"/>
              <a:gd name="connsiteY12-1018" fmla="*/ 1553228 h 6867525"/>
              <a:gd name="connsiteX13-1019" fmla="*/ 3423750 w 9144000"/>
              <a:gd name="connsiteY13-1020" fmla="*/ 1302898 h 6867525"/>
              <a:gd name="connsiteX14-1021" fmla="*/ 3211664 w 9144000"/>
              <a:gd name="connsiteY14-1022" fmla="*/ 1295944 h 6867525"/>
              <a:gd name="connsiteX15-1023" fmla="*/ 3072592 w 9144000"/>
              <a:gd name="connsiteY15-1024" fmla="*/ 1608857 h 6867525"/>
              <a:gd name="connsiteX16-1025" fmla="*/ 2978718 w 9144000"/>
              <a:gd name="connsiteY16-1026" fmla="*/ 1608857 h 6867525"/>
              <a:gd name="connsiteX17-1027" fmla="*/ 2909714 w 9144000"/>
              <a:gd name="connsiteY17-1028" fmla="*/ 1551658 h 6867525"/>
              <a:gd name="connsiteX18-1029" fmla="*/ 2981649 w 9144000"/>
              <a:gd name="connsiteY18-1030" fmla="*/ 1300258 h 6867525"/>
              <a:gd name="connsiteX19-1031" fmla="*/ 2772894 w 9144000"/>
              <a:gd name="connsiteY19-1032" fmla="*/ 1297438 h 6867525"/>
              <a:gd name="connsiteX0-1033" fmla="*/ 0 w 9144000"/>
              <a:gd name="connsiteY0-1034" fmla="*/ 0 h 6867525"/>
              <a:gd name="connsiteX1-1035" fmla="*/ 9144000 w 9144000"/>
              <a:gd name="connsiteY1-1036" fmla="*/ 0 h 6867525"/>
              <a:gd name="connsiteX2-1037" fmla="*/ 9144000 w 9144000"/>
              <a:gd name="connsiteY2-1038" fmla="*/ 6867525 h 6867525"/>
              <a:gd name="connsiteX3-1039" fmla="*/ 0 w 9144000"/>
              <a:gd name="connsiteY3-1040" fmla="*/ 6867525 h 6867525"/>
              <a:gd name="connsiteX4-1041" fmla="*/ 0 w 9144000"/>
              <a:gd name="connsiteY4-1042" fmla="*/ 0 h 6867525"/>
              <a:gd name="connsiteX5-1043" fmla="*/ 2772894 w 9144000"/>
              <a:gd name="connsiteY5-1044" fmla="*/ 1297438 h 6867525"/>
              <a:gd name="connsiteX6-1045" fmla="*/ 2611041 w 9144000"/>
              <a:gd name="connsiteY6-1046" fmla="*/ 5180409 h 6867525"/>
              <a:gd name="connsiteX7-1047" fmla="*/ 7199709 w 9144000"/>
              <a:gd name="connsiteY7-1048" fmla="*/ 5628084 h 6867525"/>
              <a:gd name="connsiteX8-1049" fmla="*/ 6636319 w 9144000"/>
              <a:gd name="connsiteY8-1050" fmla="*/ 2106040 h 6867525"/>
              <a:gd name="connsiteX9-1051" fmla="*/ 6542445 w 9144000"/>
              <a:gd name="connsiteY9-1052" fmla="*/ 1737498 h 6867525"/>
              <a:gd name="connsiteX10-1053" fmla="*/ 6094701 w 9144000"/>
              <a:gd name="connsiteY10-1054" fmla="*/ 1604868 h 6867525"/>
              <a:gd name="connsiteX11-1055" fmla="*/ 3420273 w 9144000"/>
              <a:gd name="connsiteY11-1056" fmla="*/ 1605380 h 6867525"/>
              <a:gd name="connsiteX12-1057" fmla="*/ 3347260 w 9144000"/>
              <a:gd name="connsiteY12-1058" fmla="*/ 1553228 h 6867525"/>
              <a:gd name="connsiteX13-1059" fmla="*/ 3423750 w 9144000"/>
              <a:gd name="connsiteY13-1060" fmla="*/ 1302898 h 6867525"/>
              <a:gd name="connsiteX14-1061" fmla="*/ 3211664 w 9144000"/>
              <a:gd name="connsiteY14-1062" fmla="*/ 1295944 h 6867525"/>
              <a:gd name="connsiteX15-1063" fmla="*/ 3072592 w 9144000"/>
              <a:gd name="connsiteY15-1064" fmla="*/ 1608857 h 6867525"/>
              <a:gd name="connsiteX16-1065" fmla="*/ 2978718 w 9144000"/>
              <a:gd name="connsiteY16-1066" fmla="*/ 1608857 h 6867525"/>
              <a:gd name="connsiteX17-1067" fmla="*/ 2909714 w 9144000"/>
              <a:gd name="connsiteY17-1068" fmla="*/ 1551658 h 6867525"/>
              <a:gd name="connsiteX18-1069" fmla="*/ 2981649 w 9144000"/>
              <a:gd name="connsiteY18-1070" fmla="*/ 1300258 h 6867525"/>
              <a:gd name="connsiteX19-1071" fmla="*/ 2772894 w 9144000"/>
              <a:gd name="connsiteY19-1072" fmla="*/ 1297438 h 6867525"/>
              <a:gd name="connsiteX0-1073" fmla="*/ 0 w 9144000"/>
              <a:gd name="connsiteY0-1074" fmla="*/ 0 h 6867525"/>
              <a:gd name="connsiteX1-1075" fmla="*/ 9144000 w 9144000"/>
              <a:gd name="connsiteY1-1076" fmla="*/ 0 h 6867525"/>
              <a:gd name="connsiteX2-1077" fmla="*/ 9144000 w 9144000"/>
              <a:gd name="connsiteY2-1078" fmla="*/ 6867525 h 6867525"/>
              <a:gd name="connsiteX3-1079" fmla="*/ 0 w 9144000"/>
              <a:gd name="connsiteY3-1080" fmla="*/ 6867525 h 6867525"/>
              <a:gd name="connsiteX4-1081" fmla="*/ 0 w 9144000"/>
              <a:gd name="connsiteY4-1082" fmla="*/ 0 h 6867525"/>
              <a:gd name="connsiteX5-1083" fmla="*/ 2772894 w 9144000"/>
              <a:gd name="connsiteY5-1084" fmla="*/ 1297438 h 6867525"/>
              <a:gd name="connsiteX6-1085" fmla="*/ 2611041 w 9144000"/>
              <a:gd name="connsiteY6-1086" fmla="*/ 5180409 h 6867525"/>
              <a:gd name="connsiteX7-1087" fmla="*/ 7199709 w 9144000"/>
              <a:gd name="connsiteY7-1088" fmla="*/ 5628084 h 6867525"/>
              <a:gd name="connsiteX8-1089" fmla="*/ 6636319 w 9144000"/>
              <a:gd name="connsiteY8-1090" fmla="*/ 2106040 h 6867525"/>
              <a:gd name="connsiteX9-1091" fmla="*/ 6542445 w 9144000"/>
              <a:gd name="connsiteY9-1092" fmla="*/ 1737498 h 6867525"/>
              <a:gd name="connsiteX10-1093" fmla="*/ 6094701 w 9144000"/>
              <a:gd name="connsiteY10-1094" fmla="*/ 1604868 h 6867525"/>
              <a:gd name="connsiteX11-1095" fmla="*/ 3420273 w 9144000"/>
              <a:gd name="connsiteY11-1096" fmla="*/ 1605380 h 6867525"/>
              <a:gd name="connsiteX12-1097" fmla="*/ 3347260 w 9144000"/>
              <a:gd name="connsiteY12-1098" fmla="*/ 1553228 h 6867525"/>
              <a:gd name="connsiteX13-1099" fmla="*/ 3423750 w 9144000"/>
              <a:gd name="connsiteY13-1100" fmla="*/ 1302898 h 6867525"/>
              <a:gd name="connsiteX14-1101" fmla="*/ 3211664 w 9144000"/>
              <a:gd name="connsiteY14-1102" fmla="*/ 1295944 h 6867525"/>
              <a:gd name="connsiteX15-1103" fmla="*/ 3072592 w 9144000"/>
              <a:gd name="connsiteY15-1104" fmla="*/ 1608857 h 6867525"/>
              <a:gd name="connsiteX16-1105" fmla="*/ 2978718 w 9144000"/>
              <a:gd name="connsiteY16-1106" fmla="*/ 1608857 h 6867525"/>
              <a:gd name="connsiteX17-1107" fmla="*/ 2909714 w 9144000"/>
              <a:gd name="connsiteY17-1108" fmla="*/ 1551658 h 6867525"/>
              <a:gd name="connsiteX18-1109" fmla="*/ 2981649 w 9144000"/>
              <a:gd name="connsiteY18-1110" fmla="*/ 1300258 h 6867525"/>
              <a:gd name="connsiteX19-1111" fmla="*/ 2772894 w 9144000"/>
              <a:gd name="connsiteY19-1112" fmla="*/ 1297438 h 6867525"/>
              <a:gd name="connsiteX0-1113" fmla="*/ 0 w 9144000"/>
              <a:gd name="connsiteY0-1114" fmla="*/ 0 h 6867525"/>
              <a:gd name="connsiteX1-1115" fmla="*/ 9144000 w 9144000"/>
              <a:gd name="connsiteY1-1116" fmla="*/ 0 h 6867525"/>
              <a:gd name="connsiteX2-1117" fmla="*/ 9144000 w 9144000"/>
              <a:gd name="connsiteY2-1118" fmla="*/ 6867525 h 6867525"/>
              <a:gd name="connsiteX3-1119" fmla="*/ 0 w 9144000"/>
              <a:gd name="connsiteY3-1120" fmla="*/ 6867525 h 6867525"/>
              <a:gd name="connsiteX4-1121" fmla="*/ 0 w 9144000"/>
              <a:gd name="connsiteY4-1122" fmla="*/ 0 h 6867525"/>
              <a:gd name="connsiteX5-1123" fmla="*/ 2772894 w 9144000"/>
              <a:gd name="connsiteY5-1124" fmla="*/ 1297438 h 6867525"/>
              <a:gd name="connsiteX6-1125" fmla="*/ 2611041 w 9144000"/>
              <a:gd name="connsiteY6-1126" fmla="*/ 5180409 h 6867525"/>
              <a:gd name="connsiteX7-1127" fmla="*/ 7199709 w 9144000"/>
              <a:gd name="connsiteY7-1128" fmla="*/ 5628084 h 6867525"/>
              <a:gd name="connsiteX8-1129" fmla="*/ 6636319 w 9144000"/>
              <a:gd name="connsiteY8-1130" fmla="*/ 2106040 h 6867525"/>
              <a:gd name="connsiteX9-1131" fmla="*/ 6542445 w 9144000"/>
              <a:gd name="connsiteY9-1132" fmla="*/ 1737498 h 6867525"/>
              <a:gd name="connsiteX10-1133" fmla="*/ 6094701 w 9144000"/>
              <a:gd name="connsiteY10-1134" fmla="*/ 1604868 h 6867525"/>
              <a:gd name="connsiteX11-1135" fmla="*/ 3420273 w 9144000"/>
              <a:gd name="connsiteY11-1136" fmla="*/ 1605380 h 6867525"/>
              <a:gd name="connsiteX12-1137" fmla="*/ 3347260 w 9144000"/>
              <a:gd name="connsiteY12-1138" fmla="*/ 1553228 h 6867525"/>
              <a:gd name="connsiteX13-1139" fmla="*/ 3423750 w 9144000"/>
              <a:gd name="connsiteY13-1140" fmla="*/ 1302898 h 6867525"/>
              <a:gd name="connsiteX14-1141" fmla="*/ 3211664 w 9144000"/>
              <a:gd name="connsiteY14-1142" fmla="*/ 1295944 h 6867525"/>
              <a:gd name="connsiteX15-1143" fmla="*/ 3072592 w 9144000"/>
              <a:gd name="connsiteY15-1144" fmla="*/ 1608857 h 6867525"/>
              <a:gd name="connsiteX16-1145" fmla="*/ 2978718 w 9144000"/>
              <a:gd name="connsiteY16-1146" fmla="*/ 1608857 h 6867525"/>
              <a:gd name="connsiteX17-1147" fmla="*/ 2909714 w 9144000"/>
              <a:gd name="connsiteY17-1148" fmla="*/ 1551658 h 6867525"/>
              <a:gd name="connsiteX18-1149" fmla="*/ 2981649 w 9144000"/>
              <a:gd name="connsiteY18-1150" fmla="*/ 1300258 h 6867525"/>
              <a:gd name="connsiteX19-1151" fmla="*/ 2772894 w 9144000"/>
              <a:gd name="connsiteY19-1152" fmla="*/ 1297438 h 6867525"/>
              <a:gd name="connsiteX0-1153" fmla="*/ 0 w 9144000"/>
              <a:gd name="connsiteY0-1154" fmla="*/ 0 h 6867525"/>
              <a:gd name="connsiteX1-1155" fmla="*/ 9144000 w 9144000"/>
              <a:gd name="connsiteY1-1156" fmla="*/ 0 h 6867525"/>
              <a:gd name="connsiteX2-1157" fmla="*/ 9144000 w 9144000"/>
              <a:gd name="connsiteY2-1158" fmla="*/ 6867525 h 6867525"/>
              <a:gd name="connsiteX3-1159" fmla="*/ 0 w 9144000"/>
              <a:gd name="connsiteY3-1160" fmla="*/ 6867525 h 6867525"/>
              <a:gd name="connsiteX4-1161" fmla="*/ 0 w 9144000"/>
              <a:gd name="connsiteY4-1162" fmla="*/ 0 h 6867525"/>
              <a:gd name="connsiteX5-1163" fmla="*/ 2772894 w 9144000"/>
              <a:gd name="connsiteY5-1164" fmla="*/ 1297438 h 6867525"/>
              <a:gd name="connsiteX6-1165" fmla="*/ 2611041 w 9144000"/>
              <a:gd name="connsiteY6-1166" fmla="*/ 5180409 h 6867525"/>
              <a:gd name="connsiteX7-1167" fmla="*/ 6639943 w 9144000"/>
              <a:gd name="connsiteY7-1168" fmla="*/ 4870140 h 6867525"/>
              <a:gd name="connsiteX8-1169" fmla="*/ 6636319 w 9144000"/>
              <a:gd name="connsiteY8-1170" fmla="*/ 2106040 h 6867525"/>
              <a:gd name="connsiteX9-1171" fmla="*/ 6542445 w 9144000"/>
              <a:gd name="connsiteY9-1172" fmla="*/ 1737498 h 6867525"/>
              <a:gd name="connsiteX10-1173" fmla="*/ 6094701 w 9144000"/>
              <a:gd name="connsiteY10-1174" fmla="*/ 1604868 h 6867525"/>
              <a:gd name="connsiteX11-1175" fmla="*/ 3420273 w 9144000"/>
              <a:gd name="connsiteY11-1176" fmla="*/ 1605380 h 6867525"/>
              <a:gd name="connsiteX12-1177" fmla="*/ 3347260 w 9144000"/>
              <a:gd name="connsiteY12-1178" fmla="*/ 1553228 h 6867525"/>
              <a:gd name="connsiteX13-1179" fmla="*/ 3423750 w 9144000"/>
              <a:gd name="connsiteY13-1180" fmla="*/ 1302898 h 6867525"/>
              <a:gd name="connsiteX14-1181" fmla="*/ 3211664 w 9144000"/>
              <a:gd name="connsiteY14-1182" fmla="*/ 1295944 h 6867525"/>
              <a:gd name="connsiteX15-1183" fmla="*/ 3072592 w 9144000"/>
              <a:gd name="connsiteY15-1184" fmla="*/ 1608857 h 6867525"/>
              <a:gd name="connsiteX16-1185" fmla="*/ 2978718 w 9144000"/>
              <a:gd name="connsiteY16-1186" fmla="*/ 1608857 h 6867525"/>
              <a:gd name="connsiteX17-1187" fmla="*/ 2909714 w 9144000"/>
              <a:gd name="connsiteY17-1188" fmla="*/ 1551658 h 6867525"/>
              <a:gd name="connsiteX18-1189" fmla="*/ 2981649 w 9144000"/>
              <a:gd name="connsiteY18-1190" fmla="*/ 1300258 h 6867525"/>
              <a:gd name="connsiteX19-1191" fmla="*/ 2772894 w 9144000"/>
              <a:gd name="connsiteY19-1192" fmla="*/ 1297438 h 6867525"/>
              <a:gd name="connsiteX0-1193" fmla="*/ 0 w 9144000"/>
              <a:gd name="connsiteY0-1194" fmla="*/ 0 h 6867525"/>
              <a:gd name="connsiteX1-1195" fmla="*/ 9144000 w 9144000"/>
              <a:gd name="connsiteY1-1196" fmla="*/ 0 h 6867525"/>
              <a:gd name="connsiteX2-1197" fmla="*/ 9144000 w 9144000"/>
              <a:gd name="connsiteY2-1198" fmla="*/ 6867525 h 6867525"/>
              <a:gd name="connsiteX3-1199" fmla="*/ 0 w 9144000"/>
              <a:gd name="connsiteY3-1200" fmla="*/ 6867525 h 6867525"/>
              <a:gd name="connsiteX4-1201" fmla="*/ 0 w 9144000"/>
              <a:gd name="connsiteY4-1202" fmla="*/ 0 h 6867525"/>
              <a:gd name="connsiteX5-1203" fmla="*/ 2772894 w 9144000"/>
              <a:gd name="connsiteY5-1204" fmla="*/ 1297438 h 6867525"/>
              <a:gd name="connsiteX6-1205" fmla="*/ 2611041 w 9144000"/>
              <a:gd name="connsiteY6-1206" fmla="*/ 5180409 h 6867525"/>
              <a:gd name="connsiteX7-1207" fmla="*/ 6497246 w 9144000"/>
              <a:gd name="connsiteY7-1208" fmla="*/ 4877055 h 6867525"/>
              <a:gd name="connsiteX8-1209" fmla="*/ 6639943 w 9144000"/>
              <a:gd name="connsiteY8-1210" fmla="*/ 4870140 h 6867525"/>
              <a:gd name="connsiteX9-1211" fmla="*/ 6636319 w 9144000"/>
              <a:gd name="connsiteY9-1212" fmla="*/ 2106040 h 6867525"/>
              <a:gd name="connsiteX10-1213" fmla="*/ 6542445 w 9144000"/>
              <a:gd name="connsiteY10-1214" fmla="*/ 1737498 h 6867525"/>
              <a:gd name="connsiteX11-1215" fmla="*/ 6094701 w 9144000"/>
              <a:gd name="connsiteY11-1216" fmla="*/ 1604868 h 6867525"/>
              <a:gd name="connsiteX12-1217" fmla="*/ 3420273 w 9144000"/>
              <a:gd name="connsiteY12-1218" fmla="*/ 1605380 h 6867525"/>
              <a:gd name="connsiteX13-1219" fmla="*/ 3347260 w 9144000"/>
              <a:gd name="connsiteY13-1220" fmla="*/ 1553228 h 6867525"/>
              <a:gd name="connsiteX14-1221" fmla="*/ 3423750 w 9144000"/>
              <a:gd name="connsiteY14-1222" fmla="*/ 1302898 h 6867525"/>
              <a:gd name="connsiteX15-1223" fmla="*/ 3211664 w 9144000"/>
              <a:gd name="connsiteY15-1224" fmla="*/ 1295944 h 6867525"/>
              <a:gd name="connsiteX16-1225" fmla="*/ 3072592 w 9144000"/>
              <a:gd name="connsiteY16-1226" fmla="*/ 1608857 h 6867525"/>
              <a:gd name="connsiteX17-1227" fmla="*/ 2978718 w 9144000"/>
              <a:gd name="connsiteY17-1228" fmla="*/ 1608857 h 6867525"/>
              <a:gd name="connsiteX18-1229" fmla="*/ 2909714 w 9144000"/>
              <a:gd name="connsiteY18-1230" fmla="*/ 1551658 h 6867525"/>
              <a:gd name="connsiteX19-1231" fmla="*/ 2981649 w 9144000"/>
              <a:gd name="connsiteY19-1232" fmla="*/ 1300258 h 6867525"/>
              <a:gd name="connsiteX20" fmla="*/ 2772894 w 9144000"/>
              <a:gd name="connsiteY20" fmla="*/ 1297438 h 6867525"/>
              <a:gd name="connsiteX0-1233" fmla="*/ 0 w 9144000"/>
              <a:gd name="connsiteY0-1234" fmla="*/ 0 h 6867525"/>
              <a:gd name="connsiteX1-1235" fmla="*/ 9144000 w 9144000"/>
              <a:gd name="connsiteY1-1236" fmla="*/ 0 h 6867525"/>
              <a:gd name="connsiteX2-1237" fmla="*/ 9144000 w 9144000"/>
              <a:gd name="connsiteY2-1238" fmla="*/ 6867525 h 6867525"/>
              <a:gd name="connsiteX3-1239" fmla="*/ 0 w 9144000"/>
              <a:gd name="connsiteY3-1240" fmla="*/ 6867525 h 6867525"/>
              <a:gd name="connsiteX4-1241" fmla="*/ 0 w 9144000"/>
              <a:gd name="connsiteY4-1242" fmla="*/ 0 h 6867525"/>
              <a:gd name="connsiteX5-1243" fmla="*/ 2772894 w 9144000"/>
              <a:gd name="connsiteY5-1244" fmla="*/ 1297438 h 6867525"/>
              <a:gd name="connsiteX6-1245" fmla="*/ 2611041 w 9144000"/>
              <a:gd name="connsiteY6-1246" fmla="*/ 5180409 h 6867525"/>
              <a:gd name="connsiteX7-1247" fmla="*/ 6497246 w 9144000"/>
              <a:gd name="connsiteY7-1248" fmla="*/ 5176060 h 6867525"/>
              <a:gd name="connsiteX8-1249" fmla="*/ 6639943 w 9144000"/>
              <a:gd name="connsiteY8-1250" fmla="*/ 4870140 h 6867525"/>
              <a:gd name="connsiteX9-1251" fmla="*/ 6636319 w 9144000"/>
              <a:gd name="connsiteY9-1252" fmla="*/ 2106040 h 6867525"/>
              <a:gd name="connsiteX10-1253" fmla="*/ 6542445 w 9144000"/>
              <a:gd name="connsiteY10-1254" fmla="*/ 1737498 h 6867525"/>
              <a:gd name="connsiteX11-1255" fmla="*/ 6094701 w 9144000"/>
              <a:gd name="connsiteY11-1256" fmla="*/ 1604868 h 6867525"/>
              <a:gd name="connsiteX12-1257" fmla="*/ 3420273 w 9144000"/>
              <a:gd name="connsiteY12-1258" fmla="*/ 1605380 h 6867525"/>
              <a:gd name="connsiteX13-1259" fmla="*/ 3347260 w 9144000"/>
              <a:gd name="connsiteY13-1260" fmla="*/ 1553228 h 6867525"/>
              <a:gd name="connsiteX14-1261" fmla="*/ 3423750 w 9144000"/>
              <a:gd name="connsiteY14-1262" fmla="*/ 1302898 h 6867525"/>
              <a:gd name="connsiteX15-1263" fmla="*/ 3211664 w 9144000"/>
              <a:gd name="connsiteY15-1264" fmla="*/ 1295944 h 6867525"/>
              <a:gd name="connsiteX16-1265" fmla="*/ 3072592 w 9144000"/>
              <a:gd name="connsiteY16-1266" fmla="*/ 1608857 h 6867525"/>
              <a:gd name="connsiteX17-1267" fmla="*/ 2978718 w 9144000"/>
              <a:gd name="connsiteY17-1268" fmla="*/ 1608857 h 6867525"/>
              <a:gd name="connsiteX18-1269" fmla="*/ 2909714 w 9144000"/>
              <a:gd name="connsiteY18-1270" fmla="*/ 1551658 h 6867525"/>
              <a:gd name="connsiteX19-1271" fmla="*/ 2981649 w 9144000"/>
              <a:gd name="connsiteY19-1272" fmla="*/ 1300258 h 6867525"/>
              <a:gd name="connsiteX20-1273" fmla="*/ 2772894 w 9144000"/>
              <a:gd name="connsiteY20-1274" fmla="*/ 1297438 h 6867525"/>
              <a:gd name="connsiteX0-1275" fmla="*/ 0 w 9144000"/>
              <a:gd name="connsiteY0-1276" fmla="*/ 0 h 6867525"/>
              <a:gd name="connsiteX1-1277" fmla="*/ 9144000 w 9144000"/>
              <a:gd name="connsiteY1-1278" fmla="*/ 0 h 6867525"/>
              <a:gd name="connsiteX2-1279" fmla="*/ 9144000 w 9144000"/>
              <a:gd name="connsiteY2-1280" fmla="*/ 6867525 h 6867525"/>
              <a:gd name="connsiteX3-1281" fmla="*/ 0 w 9144000"/>
              <a:gd name="connsiteY3-1282" fmla="*/ 6867525 h 6867525"/>
              <a:gd name="connsiteX4-1283" fmla="*/ 0 w 9144000"/>
              <a:gd name="connsiteY4-1284" fmla="*/ 0 h 6867525"/>
              <a:gd name="connsiteX5-1285" fmla="*/ 2772894 w 9144000"/>
              <a:gd name="connsiteY5-1286" fmla="*/ 1297438 h 6867525"/>
              <a:gd name="connsiteX6-1287" fmla="*/ 2611041 w 9144000"/>
              <a:gd name="connsiteY6-1288" fmla="*/ 5180409 h 6867525"/>
              <a:gd name="connsiteX7-1289" fmla="*/ 6497246 w 9144000"/>
              <a:gd name="connsiteY7-1290" fmla="*/ 5176060 h 6867525"/>
              <a:gd name="connsiteX8-1291" fmla="*/ 6639943 w 9144000"/>
              <a:gd name="connsiteY8-1292" fmla="*/ 4870140 h 6867525"/>
              <a:gd name="connsiteX9-1293" fmla="*/ 6636319 w 9144000"/>
              <a:gd name="connsiteY9-1294" fmla="*/ 2106040 h 6867525"/>
              <a:gd name="connsiteX10-1295" fmla="*/ 6542445 w 9144000"/>
              <a:gd name="connsiteY10-1296" fmla="*/ 1737498 h 6867525"/>
              <a:gd name="connsiteX11-1297" fmla="*/ 6094701 w 9144000"/>
              <a:gd name="connsiteY11-1298" fmla="*/ 1604868 h 6867525"/>
              <a:gd name="connsiteX12-1299" fmla="*/ 3420273 w 9144000"/>
              <a:gd name="connsiteY12-1300" fmla="*/ 1605380 h 6867525"/>
              <a:gd name="connsiteX13-1301" fmla="*/ 3347260 w 9144000"/>
              <a:gd name="connsiteY13-1302" fmla="*/ 1553228 h 6867525"/>
              <a:gd name="connsiteX14-1303" fmla="*/ 3423750 w 9144000"/>
              <a:gd name="connsiteY14-1304" fmla="*/ 1302898 h 6867525"/>
              <a:gd name="connsiteX15-1305" fmla="*/ 3211664 w 9144000"/>
              <a:gd name="connsiteY15-1306" fmla="*/ 1295944 h 6867525"/>
              <a:gd name="connsiteX16-1307" fmla="*/ 3072592 w 9144000"/>
              <a:gd name="connsiteY16-1308" fmla="*/ 1608857 h 6867525"/>
              <a:gd name="connsiteX17-1309" fmla="*/ 2978718 w 9144000"/>
              <a:gd name="connsiteY17-1310" fmla="*/ 1608857 h 6867525"/>
              <a:gd name="connsiteX18-1311" fmla="*/ 2909714 w 9144000"/>
              <a:gd name="connsiteY18-1312" fmla="*/ 1551658 h 6867525"/>
              <a:gd name="connsiteX19-1313" fmla="*/ 2981649 w 9144000"/>
              <a:gd name="connsiteY19-1314" fmla="*/ 1300258 h 6867525"/>
              <a:gd name="connsiteX20-1315" fmla="*/ 2772894 w 9144000"/>
              <a:gd name="connsiteY20-1316" fmla="*/ 1297438 h 6867525"/>
              <a:gd name="connsiteX0-1317" fmla="*/ 0 w 9144000"/>
              <a:gd name="connsiteY0-1318" fmla="*/ 0 h 6867525"/>
              <a:gd name="connsiteX1-1319" fmla="*/ 9144000 w 9144000"/>
              <a:gd name="connsiteY1-1320" fmla="*/ 0 h 6867525"/>
              <a:gd name="connsiteX2-1321" fmla="*/ 9144000 w 9144000"/>
              <a:gd name="connsiteY2-1322" fmla="*/ 6867525 h 6867525"/>
              <a:gd name="connsiteX3-1323" fmla="*/ 0 w 9144000"/>
              <a:gd name="connsiteY3-1324" fmla="*/ 6867525 h 6867525"/>
              <a:gd name="connsiteX4-1325" fmla="*/ 0 w 9144000"/>
              <a:gd name="connsiteY4-1326" fmla="*/ 0 h 6867525"/>
              <a:gd name="connsiteX5-1327" fmla="*/ 2772894 w 9144000"/>
              <a:gd name="connsiteY5-1328" fmla="*/ 1297438 h 6867525"/>
              <a:gd name="connsiteX6-1329" fmla="*/ 2611041 w 9144000"/>
              <a:gd name="connsiteY6-1330" fmla="*/ 5180409 h 6867525"/>
              <a:gd name="connsiteX7-1331" fmla="*/ 6379035 w 9144000"/>
              <a:gd name="connsiteY7-1332" fmla="*/ 5176060 h 6867525"/>
              <a:gd name="connsiteX8-1333" fmla="*/ 6497246 w 9144000"/>
              <a:gd name="connsiteY8-1334" fmla="*/ 5176060 h 6867525"/>
              <a:gd name="connsiteX9-1335" fmla="*/ 6639943 w 9144000"/>
              <a:gd name="connsiteY9-1336" fmla="*/ 4870140 h 6867525"/>
              <a:gd name="connsiteX10-1337" fmla="*/ 6636319 w 9144000"/>
              <a:gd name="connsiteY10-1338" fmla="*/ 2106040 h 6867525"/>
              <a:gd name="connsiteX11-1339" fmla="*/ 6542445 w 9144000"/>
              <a:gd name="connsiteY11-1340" fmla="*/ 1737498 h 6867525"/>
              <a:gd name="connsiteX12-1341" fmla="*/ 6094701 w 9144000"/>
              <a:gd name="connsiteY12-1342" fmla="*/ 1604868 h 6867525"/>
              <a:gd name="connsiteX13-1343" fmla="*/ 3420273 w 9144000"/>
              <a:gd name="connsiteY13-1344" fmla="*/ 1605380 h 6867525"/>
              <a:gd name="connsiteX14-1345" fmla="*/ 3347260 w 9144000"/>
              <a:gd name="connsiteY14-1346" fmla="*/ 1553228 h 6867525"/>
              <a:gd name="connsiteX15-1347" fmla="*/ 3423750 w 9144000"/>
              <a:gd name="connsiteY15-1348" fmla="*/ 1302898 h 6867525"/>
              <a:gd name="connsiteX16-1349" fmla="*/ 3211664 w 9144000"/>
              <a:gd name="connsiteY16-1350" fmla="*/ 1295944 h 6867525"/>
              <a:gd name="connsiteX17-1351" fmla="*/ 3072592 w 9144000"/>
              <a:gd name="connsiteY17-1352" fmla="*/ 1608857 h 6867525"/>
              <a:gd name="connsiteX18-1353" fmla="*/ 2978718 w 9144000"/>
              <a:gd name="connsiteY18-1354" fmla="*/ 1608857 h 6867525"/>
              <a:gd name="connsiteX19-1355" fmla="*/ 2909714 w 9144000"/>
              <a:gd name="connsiteY19-1356" fmla="*/ 1551658 h 6867525"/>
              <a:gd name="connsiteX20-1357" fmla="*/ 2981649 w 9144000"/>
              <a:gd name="connsiteY20-1358" fmla="*/ 1300258 h 6867525"/>
              <a:gd name="connsiteX21" fmla="*/ 2772894 w 9144000"/>
              <a:gd name="connsiteY21" fmla="*/ 1297438 h 6867525"/>
              <a:gd name="connsiteX0-1359" fmla="*/ 0 w 9144000"/>
              <a:gd name="connsiteY0-1360" fmla="*/ 0 h 6867525"/>
              <a:gd name="connsiteX1-1361" fmla="*/ 9144000 w 9144000"/>
              <a:gd name="connsiteY1-1362" fmla="*/ 0 h 6867525"/>
              <a:gd name="connsiteX2-1363" fmla="*/ 9144000 w 9144000"/>
              <a:gd name="connsiteY2-1364" fmla="*/ 6867525 h 6867525"/>
              <a:gd name="connsiteX3-1365" fmla="*/ 0 w 9144000"/>
              <a:gd name="connsiteY3-1366" fmla="*/ 6867525 h 6867525"/>
              <a:gd name="connsiteX4-1367" fmla="*/ 0 w 9144000"/>
              <a:gd name="connsiteY4-1368" fmla="*/ 0 h 6867525"/>
              <a:gd name="connsiteX5-1369" fmla="*/ 2772894 w 9144000"/>
              <a:gd name="connsiteY5-1370" fmla="*/ 1297438 h 6867525"/>
              <a:gd name="connsiteX6-1371" fmla="*/ 2611041 w 9144000"/>
              <a:gd name="connsiteY6-1372" fmla="*/ 5180409 h 6867525"/>
              <a:gd name="connsiteX7-1373" fmla="*/ 6340790 w 9144000"/>
              <a:gd name="connsiteY7-1374" fmla="*/ 5621091 h 6867525"/>
              <a:gd name="connsiteX8-1375" fmla="*/ 6497246 w 9144000"/>
              <a:gd name="connsiteY8-1376" fmla="*/ 5176060 h 6867525"/>
              <a:gd name="connsiteX9-1377" fmla="*/ 6639943 w 9144000"/>
              <a:gd name="connsiteY9-1378" fmla="*/ 4870140 h 6867525"/>
              <a:gd name="connsiteX10-1379" fmla="*/ 6636319 w 9144000"/>
              <a:gd name="connsiteY10-1380" fmla="*/ 2106040 h 6867525"/>
              <a:gd name="connsiteX11-1381" fmla="*/ 6542445 w 9144000"/>
              <a:gd name="connsiteY11-1382" fmla="*/ 1737498 h 6867525"/>
              <a:gd name="connsiteX12-1383" fmla="*/ 6094701 w 9144000"/>
              <a:gd name="connsiteY12-1384" fmla="*/ 1604868 h 6867525"/>
              <a:gd name="connsiteX13-1385" fmla="*/ 3420273 w 9144000"/>
              <a:gd name="connsiteY13-1386" fmla="*/ 1605380 h 6867525"/>
              <a:gd name="connsiteX14-1387" fmla="*/ 3347260 w 9144000"/>
              <a:gd name="connsiteY14-1388" fmla="*/ 1553228 h 6867525"/>
              <a:gd name="connsiteX15-1389" fmla="*/ 3423750 w 9144000"/>
              <a:gd name="connsiteY15-1390" fmla="*/ 1302898 h 6867525"/>
              <a:gd name="connsiteX16-1391" fmla="*/ 3211664 w 9144000"/>
              <a:gd name="connsiteY16-1392" fmla="*/ 1295944 h 6867525"/>
              <a:gd name="connsiteX17-1393" fmla="*/ 3072592 w 9144000"/>
              <a:gd name="connsiteY17-1394" fmla="*/ 1608857 h 6867525"/>
              <a:gd name="connsiteX18-1395" fmla="*/ 2978718 w 9144000"/>
              <a:gd name="connsiteY18-1396" fmla="*/ 1608857 h 6867525"/>
              <a:gd name="connsiteX19-1397" fmla="*/ 2909714 w 9144000"/>
              <a:gd name="connsiteY19-1398" fmla="*/ 1551658 h 6867525"/>
              <a:gd name="connsiteX20-1399" fmla="*/ 2981649 w 9144000"/>
              <a:gd name="connsiteY20-1400" fmla="*/ 1300258 h 6867525"/>
              <a:gd name="connsiteX21-1401" fmla="*/ 2772894 w 9144000"/>
              <a:gd name="connsiteY21-1402" fmla="*/ 1297438 h 6867525"/>
              <a:gd name="connsiteX0-1403" fmla="*/ 0 w 9144000"/>
              <a:gd name="connsiteY0-1404" fmla="*/ 0 h 6867525"/>
              <a:gd name="connsiteX1-1405" fmla="*/ 9144000 w 9144000"/>
              <a:gd name="connsiteY1-1406" fmla="*/ 0 h 6867525"/>
              <a:gd name="connsiteX2-1407" fmla="*/ 9144000 w 9144000"/>
              <a:gd name="connsiteY2-1408" fmla="*/ 6867525 h 6867525"/>
              <a:gd name="connsiteX3-1409" fmla="*/ 0 w 9144000"/>
              <a:gd name="connsiteY3-1410" fmla="*/ 6867525 h 6867525"/>
              <a:gd name="connsiteX4-1411" fmla="*/ 0 w 9144000"/>
              <a:gd name="connsiteY4-1412" fmla="*/ 0 h 6867525"/>
              <a:gd name="connsiteX5-1413" fmla="*/ 2772894 w 9144000"/>
              <a:gd name="connsiteY5-1414" fmla="*/ 1297438 h 6867525"/>
              <a:gd name="connsiteX6-1415" fmla="*/ 2611041 w 9144000"/>
              <a:gd name="connsiteY6-1416" fmla="*/ 5180409 h 6867525"/>
              <a:gd name="connsiteX7-1417" fmla="*/ 6340790 w 9144000"/>
              <a:gd name="connsiteY7-1418" fmla="*/ 5621091 h 6867525"/>
              <a:gd name="connsiteX8-1419" fmla="*/ 6497246 w 9144000"/>
              <a:gd name="connsiteY8-1420" fmla="*/ 5176060 h 6867525"/>
              <a:gd name="connsiteX9-1421" fmla="*/ 6639943 w 9144000"/>
              <a:gd name="connsiteY9-1422" fmla="*/ 4870140 h 6867525"/>
              <a:gd name="connsiteX10-1423" fmla="*/ 6636319 w 9144000"/>
              <a:gd name="connsiteY10-1424" fmla="*/ 2106040 h 6867525"/>
              <a:gd name="connsiteX11-1425" fmla="*/ 6542445 w 9144000"/>
              <a:gd name="connsiteY11-1426" fmla="*/ 1737498 h 6867525"/>
              <a:gd name="connsiteX12-1427" fmla="*/ 6094701 w 9144000"/>
              <a:gd name="connsiteY12-1428" fmla="*/ 1604868 h 6867525"/>
              <a:gd name="connsiteX13-1429" fmla="*/ 3420273 w 9144000"/>
              <a:gd name="connsiteY13-1430" fmla="*/ 1605380 h 6867525"/>
              <a:gd name="connsiteX14-1431" fmla="*/ 3347260 w 9144000"/>
              <a:gd name="connsiteY14-1432" fmla="*/ 1553228 h 6867525"/>
              <a:gd name="connsiteX15-1433" fmla="*/ 3423750 w 9144000"/>
              <a:gd name="connsiteY15-1434" fmla="*/ 1302898 h 6867525"/>
              <a:gd name="connsiteX16-1435" fmla="*/ 3211664 w 9144000"/>
              <a:gd name="connsiteY16-1436" fmla="*/ 1295944 h 6867525"/>
              <a:gd name="connsiteX17-1437" fmla="*/ 3072592 w 9144000"/>
              <a:gd name="connsiteY17-1438" fmla="*/ 1608857 h 6867525"/>
              <a:gd name="connsiteX18-1439" fmla="*/ 2978718 w 9144000"/>
              <a:gd name="connsiteY18-1440" fmla="*/ 1608857 h 6867525"/>
              <a:gd name="connsiteX19-1441" fmla="*/ 2909714 w 9144000"/>
              <a:gd name="connsiteY19-1442" fmla="*/ 1551658 h 6867525"/>
              <a:gd name="connsiteX20-1443" fmla="*/ 2981649 w 9144000"/>
              <a:gd name="connsiteY20-1444" fmla="*/ 1300258 h 6867525"/>
              <a:gd name="connsiteX21-1445" fmla="*/ 2772894 w 9144000"/>
              <a:gd name="connsiteY21-1446" fmla="*/ 1297438 h 6867525"/>
              <a:gd name="connsiteX0-1447" fmla="*/ 0 w 9144000"/>
              <a:gd name="connsiteY0-1448" fmla="*/ 0 h 6867525"/>
              <a:gd name="connsiteX1-1449" fmla="*/ 9144000 w 9144000"/>
              <a:gd name="connsiteY1-1450" fmla="*/ 0 h 6867525"/>
              <a:gd name="connsiteX2-1451" fmla="*/ 9144000 w 9144000"/>
              <a:gd name="connsiteY2-1452" fmla="*/ 6867525 h 6867525"/>
              <a:gd name="connsiteX3-1453" fmla="*/ 0 w 9144000"/>
              <a:gd name="connsiteY3-1454" fmla="*/ 6867525 h 6867525"/>
              <a:gd name="connsiteX4-1455" fmla="*/ 0 w 9144000"/>
              <a:gd name="connsiteY4-1456" fmla="*/ 0 h 6867525"/>
              <a:gd name="connsiteX5-1457" fmla="*/ 2772894 w 9144000"/>
              <a:gd name="connsiteY5-1458" fmla="*/ 1297438 h 6867525"/>
              <a:gd name="connsiteX6-1459" fmla="*/ 2611041 w 9144000"/>
              <a:gd name="connsiteY6-1460" fmla="*/ 5180409 h 6867525"/>
              <a:gd name="connsiteX7-1461" fmla="*/ 6340790 w 9144000"/>
              <a:gd name="connsiteY7-1462" fmla="*/ 5621091 h 6867525"/>
              <a:gd name="connsiteX8-1463" fmla="*/ 6497246 w 9144000"/>
              <a:gd name="connsiteY8-1464" fmla="*/ 5176060 h 6867525"/>
              <a:gd name="connsiteX9-1465" fmla="*/ 6639943 w 9144000"/>
              <a:gd name="connsiteY9-1466" fmla="*/ 4870140 h 6867525"/>
              <a:gd name="connsiteX10-1467" fmla="*/ 6636319 w 9144000"/>
              <a:gd name="connsiteY10-1468" fmla="*/ 2106040 h 6867525"/>
              <a:gd name="connsiteX11-1469" fmla="*/ 6542445 w 9144000"/>
              <a:gd name="connsiteY11-1470" fmla="*/ 1737498 h 6867525"/>
              <a:gd name="connsiteX12-1471" fmla="*/ 6094701 w 9144000"/>
              <a:gd name="connsiteY12-1472" fmla="*/ 1604868 h 6867525"/>
              <a:gd name="connsiteX13-1473" fmla="*/ 3420273 w 9144000"/>
              <a:gd name="connsiteY13-1474" fmla="*/ 1605380 h 6867525"/>
              <a:gd name="connsiteX14-1475" fmla="*/ 3347260 w 9144000"/>
              <a:gd name="connsiteY14-1476" fmla="*/ 1553228 h 6867525"/>
              <a:gd name="connsiteX15-1477" fmla="*/ 3423750 w 9144000"/>
              <a:gd name="connsiteY15-1478" fmla="*/ 1302898 h 6867525"/>
              <a:gd name="connsiteX16-1479" fmla="*/ 3211664 w 9144000"/>
              <a:gd name="connsiteY16-1480" fmla="*/ 1295944 h 6867525"/>
              <a:gd name="connsiteX17-1481" fmla="*/ 3072592 w 9144000"/>
              <a:gd name="connsiteY17-1482" fmla="*/ 1608857 h 6867525"/>
              <a:gd name="connsiteX18-1483" fmla="*/ 2978718 w 9144000"/>
              <a:gd name="connsiteY18-1484" fmla="*/ 1608857 h 6867525"/>
              <a:gd name="connsiteX19-1485" fmla="*/ 2909714 w 9144000"/>
              <a:gd name="connsiteY19-1486" fmla="*/ 1551658 h 6867525"/>
              <a:gd name="connsiteX20-1487" fmla="*/ 2981649 w 9144000"/>
              <a:gd name="connsiteY20-1488" fmla="*/ 1300258 h 6867525"/>
              <a:gd name="connsiteX21-1489" fmla="*/ 2772894 w 9144000"/>
              <a:gd name="connsiteY21-1490" fmla="*/ 1297438 h 6867525"/>
              <a:gd name="connsiteX0-1491" fmla="*/ 0 w 9144000"/>
              <a:gd name="connsiteY0-1492" fmla="*/ 0 h 6867525"/>
              <a:gd name="connsiteX1-1493" fmla="*/ 9144000 w 9144000"/>
              <a:gd name="connsiteY1-1494" fmla="*/ 0 h 6867525"/>
              <a:gd name="connsiteX2-1495" fmla="*/ 9144000 w 9144000"/>
              <a:gd name="connsiteY2-1496" fmla="*/ 6867525 h 6867525"/>
              <a:gd name="connsiteX3-1497" fmla="*/ 0 w 9144000"/>
              <a:gd name="connsiteY3-1498" fmla="*/ 6867525 h 6867525"/>
              <a:gd name="connsiteX4-1499" fmla="*/ 0 w 9144000"/>
              <a:gd name="connsiteY4-1500" fmla="*/ 0 h 6867525"/>
              <a:gd name="connsiteX5-1501" fmla="*/ 2772894 w 9144000"/>
              <a:gd name="connsiteY5-1502" fmla="*/ 1297438 h 6867525"/>
              <a:gd name="connsiteX6-1503" fmla="*/ 2611041 w 9144000"/>
              <a:gd name="connsiteY6-1504" fmla="*/ 5180409 h 6867525"/>
              <a:gd name="connsiteX7-1505" fmla="*/ 6340790 w 9144000"/>
              <a:gd name="connsiteY7-1506" fmla="*/ 5621091 h 6867525"/>
              <a:gd name="connsiteX8-1507" fmla="*/ 6497246 w 9144000"/>
              <a:gd name="connsiteY8-1508" fmla="*/ 5176060 h 6867525"/>
              <a:gd name="connsiteX9-1509" fmla="*/ 6639943 w 9144000"/>
              <a:gd name="connsiteY9-1510" fmla="*/ 4870140 h 6867525"/>
              <a:gd name="connsiteX10-1511" fmla="*/ 6636319 w 9144000"/>
              <a:gd name="connsiteY10-1512" fmla="*/ 2106040 h 6867525"/>
              <a:gd name="connsiteX11-1513" fmla="*/ 6542445 w 9144000"/>
              <a:gd name="connsiteY11-1514" fmla="*/ 1737498 h 6867525"/>
              <a:gd name="connsiteX12-1515" fmla="*/ 6094701 w 9144000"/>
              <a:gd name="connsiteY12-1516" fmla="*/ 1604868 h 6867525"/>
              <a:gd name="connsiteX13-1517" fmla="*/ 3420273 w 9144000"/>
              <a:gd name="connsiteY13-1518" fmla="*/ 1605380 h 6867525"/>
              <a:gd name="connsiteX14-1519" fmla="*/ 3347260 w 9144000"/>
              <a:gd name="connsiteY14-1520" fmla="*/ 1553228 h 6867525"/>
              <a:gd name="connsiteX15-1521" fmla="*/ 3423750 w 9144000"/>
              <a:gd name="connsiteY15-1522" fmla="*/ 1302898 h 6867525"/>
              <a:gd name="connsiteX16-1523" fmla="*/ 3211664 w 9144000"/>
              <a:gd name="connsiteY16-1524" fmla="*/ 1295944 h 6867525"/>
              <a:gd name="connsiteX17-1525" fmla="*/ 3072592 w 9144000"/>
              <a:gd name="connsiteY17-1526" fmla="*/ 1608857 h 6867525"/>
              <a:gd name="connsiteX18-1527" fmla="*/ 2978718 w 9144000"/>
              <a:gd name="connsiteY18-1528" fmla="*/ 1608857 h 6867525"/>
              <a:gd name="connsiteX19-1529" fmla="*/ 2909714 w 9144000"/>
              <a:gd name="connsiteY19-1530" fmla="*/ 1551658 h 6867525"/>
              <a:gd name="connsiteX20-1531" fmla="*/ 2981649 w 9144000"/>
              <a:gd name="connsiteY20-1532" fmla="*/ 1300258 h 6867525"/>
              <a:gd name="connsiteX21-1533" fmla="*/ 2772894 w 9144000"/>
              <a:gd name="connsiteY21-1534" fmla="*/ 1297438 h 6867525"/>
              <a:gd name="connsiteX0-1535" fmla="*/ 0 w 9144000"/>
              <a:gd name="connsiteY0-1536" fmla="*/ 0 h 6867525"/>
              <a:gd name="connsiteX1-1537" fmla="*/ 9144000 w 9144000"/>
              <a:gd name="connsiteY1-1538" fmla="*/ 0 h 6867525"/>
              <a:gd name="connsiteX2-1539" fmla="*/ 9144000 w 9144000"/>
              <a:gd name="connsiteY2-1540" fmla="*/ 6867525 h 6867525"/>
              <a:gd name="connsiteX3-1541" fmla="*/ 0 w 9144000"/>
              <a:gd name="connsiteY3-1542" fmla="*/ 6867525 h 6867525"/>
              <a:gd name="connsiteX4-1543" fmla="*/ 0 w 9144000"/>
              <a:gd name="connsiteY4-1544" fmla="*/ 0 h 6867525"/>
              <a:gd name="connsiteX5-1545" fmla="*/ 2772894 w 9144000"/>
              <a:gd name="connsiteY5-1546" fmla="*/ 1297438 h 6867525"/>
              <a:gd name="connsiteX6-1547" fmla="*/ 2611041 w 9144000"/>
              <a:gd name="connsiteY6-1548" fmla="*/ 5180409 h 6867525"/>
              <a:gd name="connsiteX7-1549" fmla="*/ 6340790 w 9144000"/>
              <a:gd name="connsiteY7-1550" fmla="*/ 5621091 h 6867525"/>
              <a:gd name="connsiteX8-1551" fmla="*/ 6497246 w 9144000"/>
              <a:gd name="connsiteY8-1552" fmla="*/ 5176060 h 6867525"/>
              <a:gd name="connsiteX9-1553" fmla="*/ 6636466 w 9144000"/>
              <a:gd name="connsiteY9-1554" fmla="*/ 4873617 h 6867525"/>
              <a:gd name="connsiteX10-1555" fmla="*/ 6636319 w 9144000"/>
              <a:gd name="connsiteY10-1556" fmla="*/ 2106040 h 6867525"/>
              <a:gd name="connsiteX11-1557" fmla="*/ 6542445 w 9144000"/>
              <a:gd name="connsiteY11-1558" fmla="*/ 1737498 h 6867525"/>
              <a:gd name="connsiteX12-1559" fmla="*/ 6094701 w 9144000"/>
              <a:gd name="connsiteY12-1560" fmla="*/ 1604868 h 6867525"/>
              <a:gd name="connsiteX13-1561" fmla="*/ 3420273 w 9144000"/>
              <a:gd name="connsiteY13-1562" fmla="*/ 1605380 h 6867525"/>
              <a:gd name="connsiteX14-1563" fmla="*/ 3347260 w 9144000"/>
              <a:gd name="connsiteY14-1564" fmla="*/ 1553228 h 6867525"/>
              <a:gd name="connsiteX15-1565" fmla="*/ 3423750 w 9144000"/>
              <a:gd name="connsiteY15-1566" fmla="*/ 1302898 h 6867525"/>
              <a:gd name="connsiteX16-1567" fmla="*/ 3211664 w 9144000"/>
              <a:gd name="connsiteY16-1568" fmla="*/ 1295944 h 6867525"/>
              <a:gd name="connsiteX17-1569" fmla="*/ 3072592 w 9144000"/>
              <a:gd name="connsiteY17-1570" fmla="*/ 1608857 h 6867525"/>
              <a:gd name="connsiteX18-1571" fmla="*/ 2978718 w 9144000"/>
              <a:gd name="connsiteY18-1572" fmla="*/ 1608857 h 6867525"/>
              <a:gd name="connsiteX19-1573" fmla="*/ 2909714 w 9144000"/>
              <a:gd name="connsiteY19-1574" fmla="*/ 1551658 h 6867525"/>
              <a:gd name="connsiteX20-1575" fmla="*/ 2981649 w 9144000"/>
              <a:gd name="connsiteY20-1576" fmla="*/ 1300258 h 6867525"/>
              <a:gd name="connsiteX21-1577" fmla="*/ 2772894 w 9144000"/>
              <a:gd name="connsiteY21-1578" fmla="*/ 1297438 h 6867525"/>
              <a:gd name="connsiteX0-1579" fmla="*/ 0 w 9144000"/>
              <a:gd name="connsiteY0-1580" fmla="*/ 0 h 6867525"/>
              <a:gd name="connsiteX1-1581" fmla="*/ 9144000 w 9144000"/>
              <a:gd name="connsiteY1-1582" fmla="*/ 0 h 6867525"/>
              <a:gd name="connsiteX2-1583" fmla="*/ 9144000 w 9144000"/>
              <a:gd name="connsiteY2-1584" fmla="*/ 6867525 h 6867525"/>
              <a:gd name="connsiteX3-1585" fmla="*/ 0 w 9144000"/>
              <a:gd name="connsiteY3-1586" fmla="*/ 6867525 h 6867525"/>
              <a:gd name="connsiteX4-1587" fmla="*/ 0 w 9144000"/>
              <a:gd name="connsiteY4-1588" fmla="*/ 0 h 6867525"/>
              <a:gd name="connsiteX5-1589" fmla="*/ 2772894 w 9144000"/>
              <a:gd name="connsiteY5-1590" fmla="*/ 1297438 h 6867525"/>
              <a:gd name="connsiteX6-1591" fmla="*/ 2611041 w 9144000"/>
              <a:gd name="connsiteY6-1592" fmla="*/ 5180409 h 6867525"/>
              <a:gd name="connsiteX7-1593" fmla="*/ 6153042 w 9144000"/>
              <a:gd name="connsiteY7-1594" fmla="*/ 5603707 h 6867525"/>
              <a:gd name="connsiteX8-1595" fmla="*/ 6340790 w 9144000"/>
              <a:gd name="connsiteY8-1596" fmla="*/ 5621091 h 6867525"/>
              <a:gd name="connsiteX9-1597" fmla="*/ 6497246 w 9144000"/>
              <a:gd name="connsiteY9-1598" fmla="*/ 5176060 h 6867525"/>
              <a:gd name="connsiteX10-1599" fmla="*/ 6636466 w 9144000"/>
              <a:gd name="connsiteY10-1600" fmla="*/ 4873617 h 6867525"/>
              <a:gd name="connsiteX11-1601" fmla="*/ 6636319 w 9144000"/>
              <a:gd name="connsiteY11-1602" fmla="*/ 2106040 h 6867525"/>
              <a:gd name="connsiteX12-1603" fmla="*/ 6542445 w 9144000"/>
              <a:gd name="connsiteY12-1604" fmla="*/ 1737498 h 6867525"/>
              <a:gd name="connsiteX13-1605" fmla="*/ 6094701 w 9144000"/>
              <a:gd name="connsiteY13-1606" fmla="*/ 1604868 h 6867525"/>
              <a:gd name="connsiteX14-1607" fmla="*/ 3420273 w 9144000"/>
              <a:gd name="connsiteY14-1608" fmla="*/ 1605380 h 6867525"/>
              <a:gd name="connsiteX15-1609" fmla="*/ 3347260 w 9144000"/>
              <a:gd name="connsiteY15-1610" fmla="*/ 1553228 h 6867525"/>
              <a:gd name="connsiteX16-1611" fmla="*/ 3423750 w 9144000"/>
              <a:gd name="connsiteY16-1612" fmla="*/ 1302898 h 6867525"/>
              <a:gd name="connsiteX17-1613" fmla="*/ 3211664 w 9144000"/>
              <a:gd name="connsiteY17-1614" fmla="*/ 1295944 h 6867525"/>
              <a:gd name="connsiteX18-1615" fmla="*/ 3072592 w 9144000"/>
              <a:gd name="connsiteY18-1616" fmla="*/ 1608857 h 6867525"/>
              <a:gd name="connsiteX19-1617" fmla="*/ 2978718 w 9144000"/>
              <a:gd name="connsiteY19-1618" fmla="*/ 1608857 h 6867525"/>
              <a:gd name="connsiteX20-1619" fmla="*/ 2909714 w 9144000"/>
              <a:gd name="connsiteY20-1620" fmla="*/ 1551658 h 6867525"/>
              <a:gd name="connsiteX21-1621" fmla="*/ 2981649 w 9144000"/>
              <a:gd name="connsiteY21-1622" fmla="*/ 1300258 h 6867525"/>
              <a:gd name="connsiteX22" fmla="*/ 2772894 w 9144000"/>
              <a:gd name="connsiteY22" fmla="*/ 1297438 h 6867525"/>
              <a:gd name="connsiteX0-1623" fmla="*/ 0 w 9144000"/>
              <a:gd name="connsiteY0-1624" fmla="*/ 0 h 6867525"/>
              <a:gd name="connsiteX1-1625" fmla="*/ 9144000 w 9144000"/>
              <a:gd name="connsiteY1-1626" fmla="*/ 0 h 6867525"/>
              <a:gd name="connsiteX2-1627" fmla="*/ 9144000 w 9144000"/>
              <a:gd name="connsiteY2-1628" fmla="*/ 6867525 h 6867525"/>
              <a:gd name="connsiteX3-1629" fmla="*/ 0 w 9144000"/>
              <a:gd name="connsiteY3-1630" fmla="*/ 6867525 h 6867525"/>
              <a:gd name="connsiteX4-1631" fmla="*/ 0 w 9144000"/>
              <a:gd name="connsiteY4-1632" fmla="*/ 0 h 6867525"/>
              <a:gd name="connsiteX5-1633" fmla="*/ 2772894 w 9144000"/>
              <a:gd name="connsiteY5-1634" fmla="*/ 1297438 h 6867525"/>
              <a:gd name="connsiteX6-1635" fmla="*/ 2611041 w 9144000"/>
              <a:gd name="connsiteY6-1636" fmla="*/ 5180409 h 6867525"/>
              <a:gd name="connsiteX7-1637" fmla="*/ 6135658 w 9144000"/>
              <a:gd name="connsiteY7-1638" fmla="*/ 5621091 h 6867525"/>
              <a:gd name="connsiteX8-1639" fmla="*/ 6340790 w 9144000"/>
              <a:gd name="connsiteY8-1640" fmla="*/ 5621091 h 6867525"/>
              <a:gd name="connsiteX9-1641" fmla="*/ 6497246 w 9144000"/>
              <a:gd name="connsiteY9-1642" fmla="*/ 5176060 h 6867525"/>
              <a:gd name="connsiteX10-1643" fmla="*/ 6636466 w 9144000"/>
              <a:gd name="connsiteY10-1644" fmla="*/ 4873617 h 6867525"/>
              <a:gd name="connsiteX11-1645" fmla="*/ 6636319 w 9144000"/>
              <a:gd name="connsiteY11-1646" fmla="*/ 2106040 h 6867525"/>
              <a:gd name="connsiteX12-1647" fmla="*/ 6542445 w 9144000"/>
              <a:gd name="connsiteY12-1648" fmla="*/ 1737498 h 6867525"/>
              <a:gd name="connsiteX13-1649" fmla="*/ 6094701 w 9144000"/>
              <a:gd name="connsiteY13-1650" fmla="*/ 1604868 h 6867525"/>
              <a:gd name="connsiteX14-1651" fmla="*/ 3420273 w 9144000"/>
              <a:gd name="connsiteY14-1652" fmla="*/ 1605380 h 6867525"/>
              <a:gd name="connsiteX15-1653" fmla="*/ 3347260 w 9144000"/>
              <a:gd name="connsiteY15-1654" fmla="*/ 1553228 h 6867525"/>
              <a:gd name="connsiteX16-1655" fmla="*/ 3423750 w 9144000"/>
              <a:gd name="connsiteY16-1656" fmla="*/ 1302898 h 6867525"/>
              <a:gd name="connsiteX17-1657" fmla="*/ 3211664 w 9144000"/>
              <a:gd name="connsiteY17-1658" fmla="*/ 1295944 h 6867525"/>
              <a:gd name="connsiteX18-1659" fmla="*/ 3072592 w 9144000"/>
              <a:gd name="connsiteY18-1660" fmla="*/ 1608857 h 6867525"/>
              <a:gd name="connsiteX19-1661" fmla="*/ 2978718 w 9144000"/>
              <a:gd name="connsiteY19-1662" fmla="*/ 1608857 h 6867525"/>
              <a:gd name="connsiteX20-1663" fmla="*/ 2909714 w 9144000"/>
              <a:gd name="connsiteY20-1664" fmla="*/ 1551658 h 6867525"/>
              <a:gd name="connsiteX21-1665" fmla="*/ 2981649 w 9144000"/>
              <a:gd name="connsiteY21-1666" fmla="*/ 1300258 h 6867525"/>
              <a:gd name="connsiteX22-1667" fmla="*/ 2772894 w 9144000"/>
              <a:gd name="connsiteY22-1668" fmla="*/ 1297438 h 6867525"/>
              <a:gd name="connsiteX0-1669" fmla="*/ 0 w 9144000"/>
              <a:gd name="connsiteY0-1670" fmla="*/ 0 h 6867525"/>
              <a:gd name="connsiteX1-1671" fmla="*/ 9144000 w 9144000"/>
              <a:gd name="connsiteY1-1672" fmla="*/ 0 h 6867525"/>
              <a:gd name="connsiteX2-1673" fmla="*/ 9144000 w 9144000"/>
              <a:gd name="connsiteY2-1674" fmla="*/ 6867525 h 6867525"/>
              <a:gd name="connsiteX3-1675" fmla="*/ 0 w 9144000"/>
              <a:gd name="connsiteY3-1676" fmla="*/ 6867525 h 6867525"/>
              <a:gd name="connsiteX4-1677" fmla="*/ 0 w 9144000"/>
              <a:gd name="connsiteY4-1678" fmla="*/ 0 h 6867525"/>
              <a:gd name="connsiteX5-1679" fmla="*/ 2772894 w 9144000"/>
              <a:gd name="connsiteY5-1680" fmla="*/ 1297438 h 6867525"/>
              <a:gd name="connsiteX6-1681" fmla="*/ 2611041 w 9144000"/>
              <a:gd name="connsiteY6-1682" fmla="*/ 5180409 h 6867525"/>
              <a:gd name="connsiteX7-1683" fmla="*/ 6045261 w 9144000"/>
              <a:gd name="connsiteY7-1684" fmla="*/ 5607184 h 6867525"/>
              <a:gd name="connsiteX8-1685" fmla="*/ 6135658 w 9144000"/>
              <a:gd name="connsiteY8-1686" fmla="*/ 5621091 h 6867525"/>
              <a:gd name="connsiteX9-1687" fmla="*/ 6340790 w 9144000"/>
              <a:gd name="connsiteY9-1688" fmla="*/ 5621091 h 6867525"/>
              <a:gd name="connsiteX10-1689" fmla="*/ 6497246 w 9144000"/>
              <a:gd name="connsiteY10-1690" fmla="*/ 5176060 h 6867525"/>
              <a:gd name="connsiteX11-1691" fmla="*/ 6636466 w 9144000"/>
              <a:gd name="connsiteY11-1692" fmla="*/ 4873617 h 6867525"/>
              <a:gd name="connsiteX12-1693" fmla="*/ 6636319 w 9144000"/>
              <a:gd name="connsiteY12-1694" fmla="*/ 2106040 h 6867525"/>
              <a:gd name="connsiteX13-1695" fmla="*/ 6542445 w 9144000"/>
              <a:gd name="connsiteY13-1696" fmla="*/ 1737498 h 6867525"/>
              <a:gd name="connsiteX14-1697" fmla="*/ 6094701 w 9144000"/>
              <a:gd name="connsiteY14-1698" fmla="*/ 1604868 h 6867525"/>
              <a:gd name="connsiteX15-1699" fmla="*/ 3420273 w 9144000"/>
              <a:gd name="connsiteY15-1700" fmla="*/ 1605380 h 6867525"/>
              <a:gd name="connsiteX16-1701" fmla="*/ 3347260 w 9144000"/>
              <a:gd name="connsiteY16-1702" fmla="*/ 1553228 h 6867525"/>
              <a:gd name="connsiteX17-1703" fmla="*/ 3423750 w 9144000"/>
              <a:gd name="connsiteY17-1704" fmla="*/ 1302898 h 6867525"/>
              <a:gd name="connsiteX18-1705" fmla="*/ 3211664 w 9144000"/>
              <a:gd name="connsiteY18-1706" fmla="*/ 1295944 h 6867525"/>
              <a:gd name="connsiteX19-1707" fmla="*/ 3072592 w 9144000"/>
              <a:gd name="connsiteY19-1708" fmla="*/ 1608857 h 6867525"/>
              <a:gd name="connsiteX20-1709" fmla="*/ 2978718 w 9144000"/>
              <a:gd name="connsiteY20-1710" fmla="*/ 1608857 h 6867525"/>
              <a:gd name="connsiteX21-1711" fmla="*/ 2909714 w 9144000"/>
              <a:gd name="connsiteY21-1712" fmla="*/ 1551658 h 6867525"/>
              <a:gd name="connsiteX22-1713" fmla="*/ 2981649 w 9144000"/>
              <a:gd name="connsiteY22-1714" fmla="*/ 1300258 h 6867525"/>
              <a:gd name="connsiteX23" fmla="*/ 2772894 w 9144000"/>
              <a:gd name="connsiteY23" fmla="*/ 1297438 h 6867525"/>
              <a:gd name="connsiteX0-1715" fmla="*/ 0 w 9144000"/>
              <a:gd name="connsiteY0-1716" fmla="*/ 0 h 6867525"/>
              <a:gd name="connsiteX1-1717" fmla="*/ 9144000 w 9144000"/>
              <a:gd name="connsiteY1-1718" fmla="*/ 0 h 6867525"/>
              <a:gd name="connsiteX2-1719" fmla="*/ 9144000 w 9144000"/>
              <a:gd name="connsiteY2-1720" fmla="*/ 6867525 h 6867525"/>
              <a:gd name="connsiteX3-1721" fmla="*/ 0 w 9144000"/>
              <a:gd name="connsiteY3-1722" fmla="*/ 6867525 h 6867525"/>
              <a:gd name="connsiteX4-1723" fmla="*/ 0 w 9144000"/>
              <a:gd name="connsiteY4-1724" fmla="*/ 0 h 6867525"/>
              <a:gd name="connsiteX5-1725" fmla="*/ 2772894 w 9144000"/>
              <a:gd name="connsiteY5-1726" fmla="*/ 1297438 h 6867525"/>
              <a:gd name="connsiteX6-1727" fmla="*/ 2611041 w 9144000"/>
              <a:gd name="connsiteY6-1728" fmla="*/ 5180409 h 6867525"/>
              <a:gd name="connsiteX7-1729" fmla="*/ 6212147 w 9144000"/>
              <a:gd name="connsiteY7-1730" fmla="*/ 5363807 h 6867525"/>
              <a:gd name="connsiteX8-1731" fmla="*/ 6135658 w 9144000"/>
              <a:gd name="connsiteY8-1732" fmla="*/ 5621091 h 6867525"/>
              <a:gd name="connsiteX9-1733" fmla="*/ 6340790 w 9144000"/>
              <a:gd name="connsiteY9-1734" fmla="*/ 5621091 h 6867525"/>
              <a:gd name="connsiteX10-1735" fmla="*/ 6497246 w 9144000"/>
              <a:gd name="connsiteY10-1736" fmla="*/ 5176060 h 6867525"/>
              <a:gd name="connsiteX11-1737" fmla="*/ 6636466 w 9144000"/>
              <a:gd name="connsiteY11-1738" fmla="*/ 4873617 h 6867525"/>
              <a:gd name="connsiteX12-1739" fmla="*/ 6636319 w 9144000"/>
              <a:gd name="connsiteY12-1740" fmla="*/ 2106040 h 6867525"/>
              <a:gd name="connsiteX13-1741" fmla="*/ 6542445 w 9144000"/>
              <a:gd name="connsiteY13-1742" fmla="*/ 1737498 h 6867525"/>
              <a:gd name="connsiteX14-1743" fmla="*/ 6094701 w 9144000"/>
              <a:gd name="connsiteY14-1744" fmla="*/ 1604868 h 6867525"/>
              <a:gd name="connsiteX15-1745" fmla="*/ 3420273 w 9144000"/>
              <a:gd name="connsiteY15-1746" fmla="*/ 1605380 h 6867525"/>
              <a:gd name="connsiteX16-1747" fmla="*/ 3347260 w 9144000"/>
              <a:gd name="connsiteY16-1748" fmla="*/ 1553228 h 6867525"/>
              <a:gd name="connsiteX17-1749" fmla="*/ 3423750 w 9144000"/>
              <a:gd name="connsiteY17-1750" fmla="*/ 1302898 h 6867525"/>
              <a:gd name="connsiteX18-1751" fmla="*/ 3211664 w 9144000"/>
              <a:gd name="connsiteY18-1752" fmla="*/ 1295944 h 6867525"/>
              <a:gd name="connsiteX19-1753" fmla="*/ 3072592 w 9144000"/>
              <a:gd name="connsiteY19-1754" fmla="*/ 1608857 h 6867525"/>
              <a:gd name="connsiteX20-1755" fmla="*/ 2978718 w 9144000"/>
              <a:gd name="connsiteY20-1756" fmla="*/ 1608857 h 6867525"/>
              <a:gd name="connsiteX21-1757" fmla="*/ 2909714 w 9144000"/>
              <a:gd name="connsiteY21-1758" fmla="*/ 1551658 h 6867525"/>
              <a:gd name="connsiteX22-1759" fmla="*/ 2981649 w 9144000"/>
              <a:gd name="connsiteY22-1760" fmla="*/ 1300258 h 6867525"/>
              <a:gd name="connsiteX23-1761" fmla="*/ 2772894 w 9144000"/>
              <a:gd name="connsiteY23-1762" fmla="*/ 1297438 h 6867525"/>
              <a:gd name="connsiteX0-1763" fmla="*/ 0 w 9144000"/>
              <a:gd name="connsiteY0-1764" fmla="*/ 0 h 6867525"/>
              <a:gd name="connsiteX1-1765" fmla="*/ 9144000 w 9144000"/>
              <a:gd name="connsiteY1-1766" fmla="*/ 0 h 6867525"/>
              <a:gd name="connsiteX2-1767" fmla="*/ 9144000 w 9144000"/>
              <a:gd name="connsiteY2-1768" fmla="*/ 6867525 h 6867525"/>
              <a:gd name="connsiteX3-1769" fmla="*/ 0 w 9144000"/>
              <a:gd name="connsiteY3-1770" fmla="*/ 6867525 h 6867525"/>
              <a:gd name="connsiteX4-1771" fmla="*/ 0 w 9144000"/>
              <a:gd name="connsiteY4-1772" fmla="*/ 0 h 6867525"/>
              <a:gd name="connsiteX5-1773" fmla="*/ 2772894 w 9144000"/>
              <a:gd name="connsiteY5-1774" fmla="*/ 1297438 h 6867525"/>
              <a:gd name="connsiteX6-1775" fmla="*/ 2611041 w 9144000"/>
              <a:gd name="connsiteY6-1776" fmla="*/ 5180409 h 6867525"/>
              <a:gd name="connsiteX7-1777" fmla="*/ 6208670 w 9144000"/>
              <a:gd name="connsiteY7-1778" fmla="*/ 5370760 h 6867525"/>
              <a:gd name="connsiteX8-1779" fmla="*/ 6135658 w 9144000"/>
              <a:gd name="connsiteY8-1780" fmla="*/ 5621091 h 6867525"/>
              <a:gd name="connsiteX9-1781" fmla="*/ 6340790 w 9144000"/>
              <a:gd name="connsiteY9-1782" fmla="*/ 5621091 h 6867525"/>
              <a:gd name="connsiteX10-1783" fmla="*/ 6497246 w 9144000"/>
              <a:gd name="connsiteY10-1784" fmla="*/ 5176060 h 6867525"/>
              <a:gd name="connsiteX11-1785" fmla="*/ 6636466 w 9144000"/>
              <a:gd name="connsiteY11-1786" fmla="*/ 4873617 h 6867525"/>
              <a:gd name="connsiteX12-1787" fmla="*/ 6636319 w 9144000"/>
              <a:gd name="connsiteY12-1788" fmla="*/ 2106040 h 6867525"/>
              <a:gd name="connsiteX13-1789" fmla="*/ 6542445 w 9144000"/>
              <a:gd name="connsiteY13-1790" fmla="*/ 1737498 h 6867525"/>
              <a:gd name="connsiteX14-1791" fmla="*/ 6094701 w 9144000"/>
              <a:gd name="connsiteY14-1792" fmla="*/ 1604868 h 6867525"/>
              <a:gd name="connsiteX15-1793" fmla="*/ 3420273 w 9144000"/>
              <a:gd name="connsiteY15-1794" fmla="*/ 1605380 h 6867525"/>
              <a:gd name="connsiteX16-1795" fmla="*/ 3347260 w 9144000"/>
              <a:gd name="connsiteY16-1796" fmla="*/ 1553228 h 6867525"/>
              <a:gd name="connsiteX17-1797" fmla="*/ 3423750 w 9144000"/>
              <a:gd name="connsiteY17-1798" fmla="*/ 1302898 h 6867525"/>
              <a:gd name="connsiteX18-1799" fmla="*/ 3211664 w 9144000"/>
              <a:gd name="connsiteY18-1800" fmla="*/ 1295944 h 6867525"/>
              <a:gd name="connsiteX19-1801" fmla="*/ 3072592 w 9144000"/>
              <a:gd name="connsiteY19-1802" fmla="*/ 1608857 h 6867525"/>
              <a:gd name="connsiteX20-1803" fmla="*/ 2978718 w 9144000"/>
              <a:gd name="connsiteY20-1804" fmla="*/ 1608857 h 6867525"/>
              <a:gd name="connsiteX21-1805" fmla="*/ 2909714 w 9144000"/>
              <a:gd name="connsiteY21-1806" fmla="*/ 1551658 h 6867525"/>
              <a:gd name="connsiteX22-1807" fmla="*/ 2981649 w 9144000"/>
              <a:gd name="connsiteY22-1808" fmla="*/ 1300258 h 6867525"/>
              <a:gd name="connsiteX23-1809" fmla="*/ 2772894 w 9144000"/>
              <a:gd name="connsiteY23-1810" fmla="*/ 1297438 h 6867525"/>
              <a:gd name="connsiteX0-1811" fmla="*/ 0 w 9144000"/>
              <a:gd name="connsiteY0-1812" fmla="*/ 0 h 6867525"/>
              <a:gd name="connsiteX1-1813" fmla="*/ 9144000 w 9144000"/>
              <a:gd name="connsiteY1-1814" fmla="*/ 0 h 6867525"/>
              <a:gd name="connsiteX2-1815" fmla="*/ 9144000 w 9144000"/>
              <a:gd name="connsiteY2-1816" fmla="*/ 6867525 h 6867525"/>
              <a:gd name="connsiteX3-1817" fmla="*/ 0 w 9144000"/>
              <a:gd name="connsiteY3-1818" fmla="*/ 6867525 h 6867525"/>
              <a:gd name="connsiteX4-1819" fmla="*/ 0 w 9144000"/>
              <a:gd name="connsiteY4-1820" fmla="*/ 0 h 6867525"/>
              <a:gd name="connsiteX5-1821" fmla="*/ 2772894 w 9144000"/>
              <a:gd name="connsiteY5-1822" fmla="*/ 1297438 h 6867525"/>
              <a:gd name="connsiteX6-1823" fmla="*/ 2611041 w 9144000"/>
              <a:gd name="connsiteY6-1824" fmla="*/ 5180409 h 6867525"/>
              <a:gd name="connsiteX7-1825" fmla="*/ 6073076 w 9144000"/>
              <a:gd name="connsiteY7-1826" fmla="*/ 5360331 h 6867525"/>
              <a:gd name="connsiteX8-1827" fmla="*/ 6208670 w 9144000"/>
              <a:gd name="connsiteY8-1828" fmla="*/ 5370760 h 6867525"/>
              <a:gd name="connsiteX9-1829" fmla="*/ 6135658 w 9144000"/>
              <a:gd name="connsiteY9-1830" fmla="*/ 5621091 h 6867525"/>
              <a:gd name="connsiteX10-1831" fmla="*/ 6340790 w 9144000"/>
              <a:gd name="connsiteY10-1832" fmla="*/ 5621091 h 6867525"/>
              <a:gd name="connsiteX11-1833" fmla="*/ 6497246 w 9144000"/>
              <a:gd name="connsiteY11-1834" fmla="*/ 5176060 h 6867525"/>
              <a:gd name="connsiteX12-1835" fmla="*/ 6636466 w 9144000"/>
              <a:gd name="connsiteY12-1836" fmla="*/ 4873617 h 6867525"/>
              <a:gd name="connsiteX13-1837" fmla="*/ 6636319 w 9144000"/>
              <a:gd name="connsiteY13-1838" fmla="*/ 2106040 h 6867525"/>
              <a:gd name="connsiteX14-1839" fmla="*/ 6542445 w 9144000"/>
              <a:gd name="connsiteY14-1840" fmla="*/ 1737498 h 6867525"/>
              <a:gd name="connsiteX15-1841" fmla="*/ 6094701 w 9144000"/>
              <a:gd name="connsiteY15-1842" fmla="*/ 1604868 h 6867525"/>
              <a:gd name="connsiteX16-1843" fmla="*/ 3420273 w 9144000"/>
              <a:gd name="connsiteY16-1844" fmla="*/ 1605380 h 6867525"/>
              <a:gd name="connsiteX17-1845" fmla="*/ 3347260 w 9144000"/>
              <a:gd name="connsiteY17-1846" fmla="*/ 1553228 h 6867525"/>
              <a:gd name="connsiteX18-1847" fmla="*/ 3423750 w 9144000"/>
              <a:gd name="connsiteY18-1848" fmla="*/ 1302898 h 6867525"/>
              <a:gd name="connsiteX19-1849" fmla="*/ 3211664 w 9144000"/>
              <a:gd name="connsiteY19-1850" fmla="*/ 1295944 h 6867525"/>
              <a:gd name="connsiteX20-1851" fmla="*/ 3072592 w 9144000"/>
              <a:gd name="connsiteY20-1852" fmla="*/ 1608857 h 6867525"/>
              <a:gd name="connsiteX21-1853" fmla="*/ 2978718 w 9144000"/>
              <a:gd name="connsiteY21-1854" fmla="*/ 1608857 h 6867525"/>
              <a:gd name="connsiteX22-1855" fmla="*/ 2909714 w 9144000"/>
              <a:gd name="connsiteY22-1856" fmla="*/ 1551658 h 6867525"/>
              <a:gd name="connsiteX23-1857" fmla="*/ 2981649 w 9144000"/>
              <a:gd name="connsiteY23-1858" fmla="*/ 1300258 h 6867525"/>
              <a:gd name="connsiteX24" fmla="*/ 2772894 w 9144000"/>
              <a:gd name="connsiteY24" fmla="*/ 1297438 h 6867525"/>
              <a:gd name="connsiteX0-1859" fmla="*/ 0 w 9144000"/>
              <a:gd name="connsiteY0-1860" fmla="*/ 0 h 6867525"/>
              <a:gd name="connsiteX1-1861" fmla="*/ 9144000 w 9144000"/>
              <a:gd name="connsiteY1-1862" fmla="*/ 0 h 6867525"/>
              <a:gd name="connsiteX2-1863" fmla="*/ 9144000 w 9144000"/>
              <a:gd name="connsiteY2-1864" fmla="*/ 6867525 h 6867525"/>
              <a:gd name="connsiteX3-1865" fmla="*/ 0 w 9144000"/>
              <a:gd name="connsiteY3-1866" fmla="*/ 6867525 h 6867525"/>
              <a:gd name="connsiteX4-1867" fmla="*/ 0 w 9144000"/>
              <a:gd name="connsiteY4-1868" fmla="*/ 0 h 6867525"/>
              <a:gd name="connsiteX5-1869" fmla="*/ 2772894 w 9144000"/>
              <a:gd name="connsiteY5-1870" fmla="*/ 1297438 h 6867525"/>
              <a:gd name="connsiteX6-1871" fmla="*/ 2611041 w 9144000"/>
              <a:gd name="connsiteY6-1872" fmla="*/ 5180409 h 6867525"/>
              <a:gd name="connsiteX7-1873" fmla="*/ 6128705 w 9144000"/>
              <a:gd name="connsiteY7-1874" fmla="*/ 5273411 h 6867525"/>
              <a:gd name="connsiteX8-1875" fmla="*/ 6208670 w 9144000"/>
              <a:gd name="connsiteY8-1876" fmla="*/ 5370760 h 6867525"/>
              <a:gd name="connsiteX9-1877" fmla="*/ 6135658 w 9144000"/>
              <a:gd name="connsiteY9-1878" fmla="*/ 5621091 h 6867525"/>
              <a:gd name="connsiteX10-1879" fmla="*/ 6340790 w 9144000"/>
              <a:gd name="connsiteY10-1880" fmla="*/ 5621091 h 6867525"/>
              <a:gd name="connsiteX11-1881" fmla="*/ 6497246 w 9144000"/>
              <a:gd name="connsiteY11-1882" fmla="*/ 5176060 h 6867525"/>
              <a:gd name="connsiteX12-1883" fmla="*/ 6636466 w 9144000"/>
              <a:gd name="connsiteY12-1884" fmla="*/ 4873617 h 6867525"/>
              <a:gd name="connsiteX13-1885" fmla="*/ 6636319 w 9144000"/>
              <a:gd name="connsiteY13-1886" fmla="*/ 2106040 h 6867525"/>
              <a:gd name="connsiteX14-1887" fmla="*/ 6542445 w 9144000"/>
              <a:gd name="connsiteY14-1888" fmla="*/ 1737498 h 6867525"/>
              <a:gd name="connsiteX15-1889" fmla="*/ 6094701 w 9144000"/>
              <a:gd name="connsiteY15-1890" fmla="*/ 1604868 h 6867525"/>
              <a:gd name="connsiteX16-1891" fmla="*/ 3420273 w 9144000"/>
              <a:gd name="connsiteY16-1892" fmla="*/ 1605380 h 6867525"/>
              <a:gd name="connsiteX17-1893" fmla="*/ 3347260 w 9144000"/>
              <a:gd name="connsiteY17-1894" fmla="*/ 1553228 h 6867525"/>
              <a:gd name="connsiteX18-1895" fmla="*/ 3423750 w 9144000"/>
              <a:gd name="connsiteY18-1896" fmla="*/ 1302898 h 6867525"/>
              <a:gd name="connsiteX19-1897" fmla="*/ 3211664 w 9144000"/>
              <a:gd name="connsiteY19-1898" fmla="*/ 1295944 h 6867525"/>
              <a:gd name="connsiteX20-1899" fmla="*/ 3072592 w 9144000"/>
              <a:gd name="connsiteY20-1900" fmla="*/ 1608857 h 6867525"/>
              <a:gd name="connsiteX21-1901" fmla="*/ 2978718 w 9144000"/>
              <a:gd name="connsiteY21-1902" fmla="*/ 1608857 h 6867525"/>
              <a:gd name="connsiteX22-1903" fmla="*/ 2909714 w 9144000"/>
              <a:gd name="connsiteY22-1904" fmla="*/ 1551658 h 6867525"/>
              <a:gd name="connsiteX23-1905" fmla="*/ 2981649 w 9144000"/>
              <a:gd name="connsiteY23-1906" fmla="*/ 1300258 h 6867525"/>
              <a:gd name="connsiteX24-1907" fmla="*/ 2772894 w 9144000"/>
              <a:gd name="connsiteY24-1908" fmla="*/ 1297438 h 6867525"/>
              <a:gd name="connsiteX0-1909" fmla="*/ 0 w 9144000"/>
              <a:gd name="connsiteY0-1910" fmla="*/ 0 h 6867525"/>
              <a:gd name="connsiteX1-1911" fmla="*/ 9144000 w 9144000"/>
              <a:gd name="connsiteY1-1912" fmla="*/ 0 h 6867525"/>
              <a:gd name="connsiteX2-1913" fmla="*/ 9144000 w 9144000"/>
              <a:gd name="connsiteY2-1914" fmla="*/ 6867525 h 6867525"/>
              <a:gd name="connsiteX3-1915" fmla="*/ 0 w 9144000"/>
              <a:gd name="connsiteY3-1916" fmla="*/ 6867525 h 6867525"/>
              <a:gd name="connsiteX4-1917" fmla="*/ 0 w 9144000"/>
              <a:gd name="connsiteY4-1918" fmla="*/ 0 h 6867525"/>
              <a:gd name="connsiteX5-1919" fmla="*/ 2772894 w 9144000"/>
              <a:gd name="connsiteY5-1920" fmla="*/ 1297438 h 6867525"/>
              <a:gd name="connsiteX6-1921" fmla="*/ 2611041 w 9144000"/>
              <a:gd name="connsiteY6-1922" fmla="*/ 5180409 h 6867525"/>
              <a:gd name="connsiteX7-1923" fmla="*/ 6128705 w 9144000"/>
              <a:gd name="connsiteY7-1924" fmla="*/ 5273411 h 6867525"/>
              <a:gd name="connsiteX8-1925" fmla="*/ 6208670 w 9144000"/>
              <a:gd name="connsiteY8-1926" fmla="*/ 5370760 h 6867525"/>
              <a:gd name="connsiteX9-1927" fmla="*/ 6135658 w 9144000"/>
              <a:gd name="connsiteY9-1928" fmla="*/ 5621091 h 6867525"/>
              <a:gd name="connsiteX10-1929" fmla="*/ 6340790 w 9144000"/>
              <a:gd name="connsiteY10-1930" fmla="*/ 5621091 h 6867525"/>
              <a:gd name="connsiteX11-1931" fmla="*/ 6497246 w 9144000"/>
              <a:gd name="connsiteY11-1932" fmla="*/ 5176060 h 6867525"/>
              <a:gd name="connsiteX12-1933" fmla="*/ 6636466 w 9144000"/>
              <a:gd name="connsiteY12-1934" fmla="*/ 4873617 h 6867525"/>
              <a:gd name="connsiteX13-1935" fmla="*/ 6636319 w 9144000"/>
              <a:gd name="connsiteY13-1936" fmla="*/ 2106040 h 6867525"/>
              <a:gd name="connsiteX14-1937" fmla="*/ 6542445 w 9144000"/>
              <a:gd name="connsiteY14-1938" fmla="*/ 1737498 h 6867525"/>
              <a:gd name="connsiteX15-1939" fmla="*/ 6094701 w 9144000"/>
              <a:gd name="connsiteY15-1940" fmla="*/ 1604868 h 6867525"/>
              <a:gd name="connsiteX16-1941" fmla="*/ 3420273 w 9144000"/>
              <a:gd name="connsiteY16-1942" fmla="*/ 1605380 h 6867525"/>
              <a:gd name="connsiteX17-1943" fmla="*/ 3347260 w 9144000"/>
              <a:gd name="connsiteY17-1944" fmla="*/ 1553228 h 6867525"/>
              <a:gd name="connsiteX18-1945" fmla="*/ 3423750 w 9144000"/>
              <a:gd name="connsiteY18-1946" fmla="*/ 1302898 h 6867525"/>
              <a:gd name="connsiteX19-1947" fmla="*/ 3211664 w 9144000"/>
              <a:gd name="connsiteY19-1948" fmla="*/ 1295944 h 6867525"/>
              <a:gd name="connsiteX20-1949" fmla="*/ 3072592 w 9144000"/>
              <a:gd name="connsiteY20-1950" fmla="*/ 1608857 h 6867525"/>
              <a:gd name="connsiteX21-1951" fmla="*/ 2978718 w 9144000"/>
              <a:gd name="connsiteY21-1952" fmla="*/ 1608857 h 6867525"/>
              <a:gd name="connsiteX22-1953" fmla="*/ 2909714 w 9144000"/>
              <a:gd name="connsiteY22-1954" fmla="*/ 1551658 h 6867525"/>
              <a:gd name="connsiteX23-1955" fmla="*/ 2981649 w 9144000"/>
              <a:gd name="connsiteY23-1956" fmla="*/ 1300258 h 6867525"/>
              <a:gd name="connsiteX24-1957" fmla="*/ 2772894 w 9144000"/>
              <a:gd name="connsiteY24-1958" fmla="*/ 1297438 h 6867525"/>
              <a:gd name="connsiteX0-1959" fmla="*/ 0 w 9144000"/>
              <a:gd name="connsiteY0-1960" fmla="*/ 0 h 6867525"/>
              <a:gd name="connsiteX1-1961" fmla="*/ 9144000 w 9144000"/>
              <a:gd name="connsiteY1-1962" fmla="*/ 0 h 6867525"/>
              <a:gd name="connsiteX2-1963" fmla="*/ 9144000 w 9144000"/>
              <a:gd name="connsiteY2-1964" fmla="*/ 6867525 h 6867525"/>
              <a:gd name="connsiteX3-1965" fmla="*/ 0 w 9144000"/>
              <a:gd name="connsiteY3-1966" fmla="*/ 6867525 h 6867525"/>
              <a:gd name="connsiteX4-1967" fmla="*/ 0 w 9144000"/>
              <a:gd name="connsiteY4-1968" fmla="*/ 0 h 6867525"/>
              <a:gd name="connsiteX5-1969" fmla="*/ 2772894 w 9144000"/>
              <a:gd name="connsiteY5-1970" fmla="*/ 1297438 h 6867525"/>
              <a:gd name="connsiteX6-1971" fmla="*/ 2611041 w 9144000"/>
              <a:gd name="connsiteY6-1972" fmla="*/ 5180409 h 6867525"/>
              <a:gd name="connsiteX7-1973" fmla="*/ 6059169 w 9144000"/>
              <a:gd name="connsiteY7-1974" fmla="*/ 5269934 h 6867525"/>
              <a:gd name="connsiteX8-1975" fmla="*/ 6128705 w 9144000"/>
              <a:gd name="connsiteY8-1976" fmla="*/ 5273411 h 6867525"/>
              <a:gd name="connsiteX9-1977" fmla="*/ 6208670 w 9144000"/>
              <a:gd name="connsiteY9-1978" fmla="*/ 5370760 h 6867525"/>
              <a:gd name="connsiteX10-1979" fmla="*/ 6135658 w 9144000"/>
              <a:gd name="connsiteY10-1980" fmla="*/ 5621091 h 6867525"/>
              <a:gd name="connsiteX11-1981" fmla="*/ 6340790 w 9144000"/>
              <a:gd name="connsiteY11-1982" fmla="*/ 5621091 h 6867525"/>
              <a:gd name="connsiteX12-1983" fmla="*/ 6497246 w 9144000"/>
              <a:gd name="connsiteY12-1984" fmla="*/ 5176060 h 6867525"/>
              <a:gd name="connsiteX13-1985" fmla="*/ 6636466 w 9144000"/>
              <a:gd name="connsiteY13-1986" fmla="*/ 4873617 h 6867525"/>
              <a:gd name="connsiteX14-1987" fmla="*/ 6636319 w 9144000"/>
              <a:gd name="connsiteY14-1988" fmla="*/ 2106040 h 6867525"/>
              <a:gd name="connsiteX15-1989" fmla="*/ 6542445 w 9144000"/>
              <a:gd name="connsiteY15-1990" fmla="*/ 1737498 h 6867525"/>
              <a:gd name="connsiteX16-1991" fmla="*/ 6094701 w 9144000"/>
              <a:gd name="connsiteY16-1992" fmla="*/ 1604868 h 6867525"/>
              <a:gd name="connsiteX17-1993" fmla="*/ 3420273 w 9144000"/>
              <a:gd name="connsiteY17-1994" fmla="*/ 1605380 h 6867525"/>
              <a:gd name="connsiteX18-1995" fmla="*/ 3347260 w 9144000"/>
              <a:gd name="connsiteY18-1996" fmla="*/ 1553228 h 6867525"/>
              <a:gd name="connsiteX19-1997" fmla="*/ 3423750 w 9144000"/>
              <a:gd name="connsiteY19-1998" fmla="*/ 1302898 h 6867525"/>
              <a:gd name="connsiteX20-1999" fmla="*/ 3211664 w 9144000"/>
              <a:gd name="connsiteY20-2000" fmla="*/ 1295944 h 6867525"/>
              <a:gd name="connsiteX21-2001" fmla="*/ 3072592 w 9144000"/>
              <a:gd name="connsiteY21-2002" fmla="*/ 1608857 h 6867525"/>
              <a:gd name="connsiteX22-2003" fmla="*/ 2978718 w 9144000"/>
              <a:gd name="connsiteY22-2004" fmla="*/ 1608857 h 6867525"/>
              <a:gd name="connsiteX23-2005" fmla="*/ 2909714 w 9144000"/>
              <a:gd name="connsiteY23-2006" fmla="*/ 1551658 h 6867525"/>
              <a:gd name="connsiteX24-2007" fmla="*/ 2981649 w 9144000"/>
              <a:gd name="connsiteY24-2008" fmla="*/ 1300258 h 6867525"/>
              <a:gd name="connsiteX25" fmla="*/ 2772894 w 9144000"/>
              <a:gd name="connsiteY25" fmla="*/ 1297438 h 6867525"/>
              <a:gd name="connsiteX0-2009" fmla="*/ 0 w 9144000"/>
              <a:gd name="connsiteY0-2010" fmla="*/ 0 h 6867525"/>
              <a:gd name="connsiteX1-2011" fmla="*/ 9144000 w 9144000"/>
              <a:gd name="connsiteY1-2012" fmla="*/ 0 h 6867525"/>
              <a:gd name="connsiteX2-2013" fmla="*/ 9144000 w 9144000"/>
              <a:gd name="connsiteY2-2014" fmla="*/ 6867525 h 6867525"/>
              <a:gd name="connsiteX3-2015" fmla="*/ 0 w 9144000"/>
              <a:gd name="connsiteY3-2016" fmla="*/ 6867525 h 6867525"/>
              <a:gd name="connsiteX4-2017" fmla="*/ 0 w 9144000"/>
              <a:gd name="connsiteY4-2018" fmla="*/ 0 h 6867525"/>
              <a:gd name="connsiteX5-2019" fmla="*/ 2772894 w 9144000"/>
              <a:gd name="connsiteY5-2020" fmla="*/ 1297438 h 6867525"/>
              <a:gd name="connsiteX6-2021" fmla="*/ 2611041 w 9144000"/>
              <a:gd name="connsiteY6-2022" fmla="*/ 5180409 h 6867525"/>
              <a:gd name="connsiteX7-2023" fmla="*/ 5725395 w 9144000"/>
              <a:gd name="connsiteY7-2024" fmla="*/ 5262980 h 6867525"/>
              <a:gd name="connsiteX8-2025" fmla="*/ 6059169 w 9144000"/>
              <a:gd name="connsiteY8-2026" fmla="*/ 5269934 h 6867525"/>
              <a:gd name="connsiteX9-2027" fmla="*/ 6128705 w 9144000"/>
              <a:gd name="connsiteY9-2028" fmla="*/ 5273411 h 6867525"/>
              <a:gd name="connsiteX10-2029" fmla="*/ 6208670 w 9144000"/>
              <a:gd name="connsiteY10-2030" fmla="*/ 5370760 h 6867525"/>
              <a:gd name="connsiteX11-2031" fmla="*/ 6135658 w 9144000"/>
              <a:gd name="connsiteY11-2032" fmla="*/ 5621091 h 6867525"/>
              <a:gd name="connsiteX12-2033" fmla="*/ 6340790 w 9144000"/>
              <a:gd name="connsiteY12-2034" fmla="*/ 5621091 h 6867525"/>
              <a:gd name="connsiteX13-2035" fmla="*/ 6497246 w 9144000"/>
              <a:gd name="connsiteY13-2036" fmla="*/ 5176060 h 6867525"/>
              <a:gd name="connsiteX14-2037" fmla="*/ 6636466 w 9144000"/>
              <a:gd name="connsiteY14-2038" fmla="*/ 4873617 h 6867525"/>
              <a:gd name="connsiteX15-2039" fmla="*/ 6636319 w 9144000"/>
              <a:gd name="connsiteY15-2040" fmla="*/ 2106040 h 6867525"/>
              <a:gd name="connsiteX16-2041" fmla="*/ 6542445 w 9144000"/>
              <a:gd name="connsiteY16-2042" fmla="*/ 1737498 h 6867525"/>
              <a:gd name="connsiteX17-2043" fmla="*/ 6094701 w 9144000"/>
              <a:gd name="connsiteY17-2044" fmla="*/ 1604868 h 6867525"/>
              <a:gd name="connsiteX18-2045" fmla="*/ 3420273 w 9144000"/>
              <a:gd name="connsiteY18-2046" fmla="*/ 1605380 h 6867525"/>
              <a:gd name="connsiteX19-2047" fmla="*/ 3347260 w 9144000"/>
              <a:gd name="connsiteY19-2048" fmla="*/ 1553228 h 6867525"/>
              <a:gd name="connsiteX20-2049" fmla="*/ 3423750 w 9144000"/>
              <a:gd name="connsiteY20-2050" fmla="*/ 1302898 h 6867525"/>
              <a:gd name="connsiteX21-2051" fmla="*/ 3211664 w 9144000"/>
              <a:gd name="connsiteY21-2052" fmla="*/ 1295944 h 6867525"/>
              <a:gd name="connsiteX22-2053" fmla="*/ 3072592 w 9144000"/>
              <a:gd name="connsiteY22-2054" fmla="*/ 1608857 h 6867525"/>
              <a:gd name="connsiteX23-2055" fmla="*/ 2978718 w 9144000"/>
              <a:gd name="connsiteY23-2056" fmla="*/ 1608857 h 6867525"/>
              <a:gd name="connsiteX24-2057" fmla="*/ 2909714 w 9144000"/>
              <a:gd name="connsiteY24-2058" fmla="*/ 1551658 h 6867525"/>
              <a:gd name="connsiteX25-2059" fmla="*/ 2981649 w 9144000"/>
              <a:gd name="connsiteY25-2060" fmla="*/ 1300258 h 6867525"/>
              <a:gd name="connsiteX26" fmla="*/ 2772894 w 9144000"/>
              <a:gd name="connsiteY26" fmla="*/ 1297438 h 6867525"/>
              <a:gd name="connsiteX0-2061" fmla="*/ 0 w 9144000"/>
              <a:gd name="connsiteY0-2062" fmla="*/ 0 h 6867525"/>
              <a:gd name="connsiteX1-2063" fmla="*/ 9144000 w 9144000"/>
              <a:gd name="connsiteY1-2064" fmla="*/ 0 h 6867525"/>
              <a:gd name="connsiteX2-2065" fmla="*/ 9144000 w 9144000"/>
              <a:gd name="connsiteY2-2066" fmla="*/ 6867525 h 6867525"/>
              <a:gd name="connsiteX3-2067" fmla="*/ 0 w 9144000"/>
              <a:gd name="connsiteY3-2068" fmla="*/ 6867525 h 6867525"/>
              <a:gd name="connsiteX4-2069" fmla="*/ 0 w 9144000"/>
              <a:gd name="connsiteY4-2070" fmla="*/ 0 h 6867525"/>
              <a:gd name="connsiteX5-2071" fmla="*/ 2772894 w 9144000"/>
              <a:gd name="connsiteY5-2072" fmla="*/ 1297438 h 6867525"/>
              <a:gd name="connsiteX6-2073" fmla="*/ 2611041 w 9144000"/>
              <a:gd name="connsiteY6-2074" fmla="*/ 5180409 h 6867525"/>
              <a:gd name="connsiteX7-2075" fmla="*/ 5906189 w 9144000"/>
              <a:gd name="connsiteY7-2076" fmla="*/ 5624568 h 6867525"/>
              <a:gd name="connsiteX8-2077" fmla="*/ 6059169 w 9144000"/>
              <a:gd name="connsiteY8-2078" fmla="*/ 5269934 h 6867525"/>
              <a:gd name="connsiteX9-2079" fmla="*/ 6128705 w 9144000"/>
              <a:gd name="connsiteY9-2080" fmla="*/ 5273411 h 6867525"/>
              <a:gd name="connsiteX10-2081" fmla="*/ 6208670 w 9144000"/>
              <a:gd name="connsiteY10-2082" fmla="*/ 5370760 h 6867525"/>
              <a:gd name="connsiteX11-2083" fmla="*/ 6135658 w 9144000"/>
              <a:gd name="connsiteY11-2084" fmla="*/ 5621091 h 6867525"/>
              <a:gd name="connsiteX12-2085" fmla="*/ 6340790 w 9144000"/>
              <a:gd name="connsiteY12-2086" fmla="*/ 5621091 h 6867525"/>
              <a:gd name="connsiteX13-2087" fmla="*/ 6497246 w 9144000"/>
              <a:gd name="connsiteY13-2088" fmla="*/ 5176060 h 6867525"/>
              <a:gd name="connsiteX14-2089" fmla="*/ 6636466 w 9144000"/>
              <a:gd name="connsiteY14-2090" fmla="*/ 4873617 h 6867525"/>
              <a:gd name="connsiteX15-2091" fmla="*/ 6636319 w 9144000"/>
              <a:gd name="connsiteY15-2092" fmla="*/ 2106040 h 6867525"/>
              <a:gd name="connsiteX16-2093" fmla="*/ 6542445 w 9144000"/>
              <a:gd name="connsiteY16-2094" fmla="*/ 1737498 h 6867525"/>
              <a:gd name="connsiteX17-2095" fmla="*/ 6094701 w 9144000"/>
              <a:gd name="connsiteY17-2096" fmla="*/ 1604868 h 6867525"/>
              <a:gd name="connsiteX18-2097" fmla="*/ 3420273 w 9144000"/>
              <a:gd name="connsiteY18-2098" fmla="*/ 1605380 h 6867525"/>
              <a:gd name="connsiteX19-2099" fmla="*/ 3347260 w 9144000"/>
              <a:gd name="connsiteY19-2100" fmla="*/ 1553228 h 6867525"/>
              <a:gd name="connsiteX20-2101" fmla="*/ 3423750 w 9144000"/>
              <a:gd name="connsiteY20-2102" fmla="*/ 1302898 h 6867525"/>
              <a:gd name="connsiteX21-2103" fmla="*/ 3211664 w 9144000"/>
              <a:gd name="connsiteY21-2104" fmla="*/ 1295944 h 6867525"/>
              <a:gd name="connsiteX22-2105" fmla="*/ 3072592 w 9144000"/>
              <a:gd name="connsiteY22-2106" fmla="*/ 1608857 h 6867525"/>
              <a:gd name="connsiteX23-2107" fmla="*/ 2978718 w 9144000"/>
              <a:gd name="connsiteY23-2108" fmla="*/ 1608857 h 6867525"/>
              <a:gd name="connsiteX24-2109" fmla="*/ 2909714 w 9144000"/>
              <a:gd name="connsiteY24-2110" fmla="*/ 1551658 h 6867525"/>
              <a:gd name="connsiteX25-2111" fmla="*/ 2981649 w 9144000"/>
              <a:gd name="connsiteY25-2112" fmla="*/ 1300258 h 6867525"/>
              <a:gd name="connsiteX26-2113" fmla="*/ 2772894 w 9144000"/>
              <a:gd name="connsiteY26-2114" fmla="*/ 1297438 h 6867525"/>
              <a:gd name="connsiteX0-2115" fmla="*/ 0 w 9144000"/>
              <a:gd name="connsiteY0-2116" fmla="*/ 0 h 6867525"/>
              <a:gd name="connsiteX1-2117" fmla="*/ 9144000 w 9144000"/>
              <a:gd name="connsiteY1-2118" fmla="*/ 0 h 6867525"/>
              <a:gd name="connsiteX2-2119" fmla="*/ 9144000 w 9144000"/>
              <a:gd name="connsiteY2-2120" fmla="*/ 6867525 h 6867525"/>
              <a:gd name="connsiteX3-2121" fmla="*/ 0 w 9144000"/>
              <a:gd name="connsiteY3-2122" fmla="*/ 6867525 h 6867525"/>
              <a:gd name="connsiteX4-2123" fmla="*/ 0 w 9144000"/>
              <a:gd name="connsiteY4-2124" fmla="*/ 0 h 6867525"/>
              <a:gd name="connsiteX5-2125" fmla="*/ 2772894 w 9144000"/>
              <a:gd name="connsiteY5-2126" fmla="*/ 1297438 h 6867525"/>
              <a:gd name="connsiteX6-2127" fmla="*/ 2611041 w 9144000"/>
              <a:gd name="connsiteY6-2128" fmla="*/ 5180409 h 6867525"/>
              <a:gd name="connsiteX7-2129" fmla="*/ 5680197 w 9144000"/>
              <a:gd name="connsiteY7-2130" fmla="*/ 5596753 h 6867525"/>
              <a:gd name="connsiteX8-2131" fmla="*/ 5906189 w 9144000"/>
              <a:gd name="connsiteY8-2132" fmla="*/ 5624568 h 6867525"/>
              <a:gd name="connsiteX9-2133" fmla="*/ 6059169 w 9144000"/>
              <a:gd name="connsiteY9-2134" fmla="*/ 5269934 h 6867525"/>
              <a:gd name="connsiteX10-2135" fmla="*/ 6128705 w 9144000"/>
              <a:gd name="connsiteY10-2136" fmla="*/ 5273411 h 6867525"/>
              <a:gd name="connsiteX11-2137" fmla="*/ 6208670 w 9144000"/>
              <a:gd name="connsiteY11-2138" fmla="*/ 5370760 h 6867525"/>
              <a:gd name="connsiteX12-2139" fmla="*/ 6135658 w 9144000"/>
              <a:gd name="connsiteY12-2140" fmla="*/ 5621091 h 6867525"/>
              <a:gd name="connsiteX13-2141" fmla="*/ 6340790 w 9144000"/>
              <a:gd name="connsiteY13-2142" fmla="*/ 5621091 h 6867525"/>
              <a:gd name="connsiteX14-2143" fmla="*/ 6497246 w 9144000"/>
              <a:gd name="connsiteY14-2144" fmla="*/ 5176060 h 6867525"/>
              <a:gd name="connsiteX15-2145" fmla="*/ 6636466 w 9144000"/>
              <a:gd name="connsiteY15-2146" fmla="*/ 4873617 h 6867525"/>
              <a:gd name="connsiteX16-2147" fmla="*/ 6636319 w 9144000"/>
              <a:gd name="connsiteY16-2148" fmla="*/ 2106040 h 6867525"/>
              <a:gd name="connsiteX17-2149" fmla="*/ 6542445 w 9144000"/>
              <a:gd name="connsiteY17-2150" fmla="*/ 1737498 h 6867525"/>
              <a:gd name="connsiteX18-2151" fmla="*/ 6094701 w 9144000"/>
              <a:gd name="connsiteY18-2152" fmla="*/ 1604868 h 6867525"/>
              <a:gd name="connsiteX19-2153" fmla="*/ 3420273 w 9144000"/>
              <a:gd name="connsiteY19-2154" fmla="*/ 1605380 h 6867525"/>
              <a:gd name="connsiteX20-2155" fmla="*/ 3347260 w 9144000"/>
              <a:gd name="connsiteY20-2156" fmla="*/ 1553228 h 6867525"/>
              <a:gd name="connsiteX21-2157" fmla="*/ 3423750 w 9144000"/>
              <a:gd name="connsiteY21-2158" fmla="*/ 1302898 h 6867525"/>
              <a:gd name="connsiteX22-2159" fmla="*/ 3211664 w 9144000"/>
              <a:gd name="connsiteY22-2160" fmla="*/ 1295944 h 6867525"/>
              <a:gd name="connsiteX23-2161" fmla="*/ 3072592 w 9144000"/>
              <a:gd name="connsiteY23-2162" fmla="*/ 1608857 h 6867525"/>
              <a:gd name="connsiteX24-2163" fmla="*/ 2978718 w 9144000"/>
              <a:gd name="connsiteY24-2164" fmla="*/ 1608857 h 6867525"/>
              <a:gd name="connsiteX25-2165" fmla="*/ 2909714 w 9144000"/>
              <a:gd name="connsiteY25-2166" fmla="*/ 1551658 h 6867525"/>
              <a:gd name="connsiteX26-2167" fmla="*/ 2981649 w 9144000"/>
              <a:gd name="connsiteY26-2168" fmla="*/ 1300258 h 6867525"/>
              <a:gd name="connsiteX27" fmla="*/ 2772894 w 9144000"/>
              <a:gd name="connsiteY27" fmla="*/ 1297438 h 6867525"/>
              <a:gd name="connsiteX0-2169" fmla="*/ 0 w 9144000"/>
              <a:gd name="connsiteY0-2170" fmla="*/ 0 h 6867525"/>
              <a:gd name="connsiteX1-2171" fmla="*/ 9144000 w 9144000"/>
              <a:gd name="connsiteY1-2172" fmla="*/ 0 h 6867525"/>
              <a:gd name="connsiteX2-2173" fmla="*/ 9144000 w 9144000"/>
              <a:gd name="connsiteY2-2174" fmla="*/ 6867525 h 6867525"/>
              <a:gd name="connsiteX3-2175" fmla="*/ 0 w 9144000"/>
              <a:gd name="connsiteY3-2176" fmla="*/ 6867525 h 6867525"/>
              <a:gd name="connsiteX4-2177" fmla="*/ 0 w 9144000"/>
              <a:gd name="connsiteY4-2178" fmla="*/ 0 h 6867525"/>
              <a:gd name="connsiteX5-2179" fmla="*/ 2772894 w 9144000"/>
              <a:gd name="connsiteY5-2180" fmla="*/ 1297438 h 6867525"/>
              <a:gd name="connsiteX6-2181" fmla="*/ 2611041 w 9144000"/>
              <a:gd name="connsiteY6-2182" fmla="*/ 5180409 h 6867525"/>
              <a:gd name="connsiteX7-2183" fmla="*/ 5708012 w 9144000"/>
              <a:gd name="connsiteY7-2184" fmla="*/ 5621090 h 6867525"/>
              <a:gd name="connsiteX8-2185" fmla="*/ 5906189 w 9144000"/>
              <a:gd name="connsiteY8-2186" fmla="*/ 5624568 h 6867525"/>
              <a:gd name="connsiteX9-2187" fmla="*/ 6059169 w 9144000"/>
              <a:gd name="connsiteY9-2188" fmla="*/ 5269934 h 6867525"/>
              <a:gd name="connsiteX10-2189" fmla="*/ 6128705 w 9144000"/>
              <a:gd name="connsiteY10-2190" fmla="*/ 5273411 h 6867525"/>
              <a:gd name="connsiteX11-2191" fmla="*/ 6208670 w 9144000"/>
              <a:gd name="connsiteY11-2192" fmla="*/ 5370760 h 6867525"/>
              <a:gd name="connsiteX12-2193" fmla="*/ 6135658 w 9144000"/>
              <a:gd name="connsiteY12-2194" fmla="*/ 5621091 h 6867525"/>
              <a:gd name="connsiteX13-2195" fmla="*/ 6340790 w 9144000"/>
              <a:gd name="connsiteY13-2196" fmla="*/ 5621091 h 6867525"/>
              <a:gd name="connsiteX14-2197" fmla="*/ 6497246 w 9144000"/>
              <a:gd name="connsiteY14-2198" fmla="*/ 5176060 h 6867525"/>
              <a:gd name="connsiteX15-2199" fmla="*/ 6636466 w 9144000"/>
              <a:gd name="connsiteY15-2200" fmla="*/ 4873617 h 6867525"/>
              <a:gd name="connsiteX16-2201" fmla="*/ 6636319 w 9144000"/>
              <a:gd name="connsiteY16-2202" fmla="*/ 2106040 h 6867525"/>
              <a:gd name="connsiteX17-2203" fmla="*/ 6542445 w 9144000"/>
              <a:gd name="connsiteY17-2204" fmla="*/ 1737498 h 6867525"/>
              <a:gd name="connsiteX18-2205" fmla="*/ 6094701 w 9144000"/>
              <a:gd name="connsiteY18-2206" fmla="*/ 1604868 h 6867525"/>
              <a:gd name="connsiteX19-2207" fmla="*/ 3420273 w 9144000"/>
              <a:gd name="connsiteY19-2208" fmla="*/ 1605380 h 6867525"/>
              <a:gd name="connsiteX20-2209" fmla="*/ 3347260 w 9144000"/>
              <a:gd name="connsiteY20-2210" fmla="*/ 1553228 h 6867525"/>
              <a:gd name="connsiteX21-2211" fmla="*/ 3423750 w 9144000"/>
              <a:gd name="connsiteY21-2212" fmla="*/ 1302898 h 6867525"/>
              <a:gd name="connsiteX22-2213" fmla="*/ 3211664 w 9144000"/>
              <a:gd name="connsiteY22-2214" fmla="*/ 1295944 h 6867525"/>
              <a:gd name="connsiteX23-2215" fmla="*/ 3072592 w 9144000"/>
              <a:gd name="connsiteY23-2216" fmla="*/ 1608857 h 6867525"/>
              <a:gd name="connsiteX24-2217" fmla="*/ 2978718 w 9144000"/>
              <a:gd name="connsiteY24-2218" fmla="*/ 1608857 h 6867525"/>
              <a:gd name="connsiteX25-2219" fmla="*/ 2909714 w 9144000"/>
              <a:gd name="connsiteY25-2220" fmla="*/ 1551658 h 6867525"/>
              <a:gd name="connsiteX26-2221" fmla="*/ 2981649 w 9144000"/>
              <a:gd name="connsiteY26-2222" fmla="*/ 1300258 h 6867525"/>
              <a:gd name="connsiteX27-2223" fmla="*/ 2772894 w 9144000"/>
              <a:gd name="connsiteY27-2224" fmla="*/ 1297438 h 6867525"/>
              <a:gd name="connsiteX0-2225" fmla="*/ 0 w 9144000"/>
              <a:gd name="connsiteY0-2226" fmla="*/ 0 h 6867525"/>
              <a:gd name="connsiteX1-2227" fmla="*/ 9144000 w 9144000"/>
              <a:gd name="connsiteY1-2228" fmla="*/ 0 h 6867525"/>
              <a:gd name="connsiteX2-2229" fmla="*/ 9144000 w 9144000"/>
              <a:gd name="connsiteY2-2230" fmla="*/ 6867525 h 6867525"/>
              <a:gd name="connsiteX3-2231" fmla="*/ 0 w 9144000"/>
              <a:gd name="connsiteY3-2232" fmla="*/ 6867525 h 6867525"/>
              <a:gd name="connsiteX4-2233" fmla="*/ 0 w 9144000"/>
              <a:gd name="connsiteY4-2234" fmla="*/ 0 h 6867525"/>
              <a:gd name="connsiteX5-2235" fmla="*/ 2772894 w 9144000"/>
              <a:gd name="connsiteY5-2236" fmla="*/ 1297438 h 6867525"/>
              <a:gd name="connsiteX6-2237" fmla="*/ 2611041 w 9144000"/>
              <a:gd name="connsiteY6-2238" fmla="*/ 5180409 h 6867525"/>
              <a:gd name="connsiteX7-2239" fmla="*/ 5561985 w 9144000"/>
              <a:gd name="connsiteY7-2240" fmla="*/ 5596753 h 6867525"/>
              <a:gd name="connsiteX8-2241" fmla="*/ 5708012 w 9144000"/>
              <a:gd name="connsiteY8-2242" fmla="*/ 5621090 h 6867525"/>
              <a:gd name="connsiteX9-2243" fmla="*/ 5906189 w 9144000"/>
              <a:gd name="connsiteY9-2244" fmla="*/ 5624568 h 6867525"/>
              <a:gd name="connsiteX10-2245" fmla="*/ 6059169 w 9144000"/>
              <a:gd name="connsiteY10-2246" fmla="*/ 5269934 h 6867525"/>
              <a:gd name="connsiteX11-2247" fmla="*/ 6128705 w 9144000"/>
              <a:gd name="connsiteY11-2248" fmla="*/ 5273411 h 6867525"/>
              <a:gd name="connsiteX12-2249" fmla="*/ 6208670 w 9144000"/>
              <a:gd name="connsiteY12-2250" fmla="*/ 5370760 h 6867525"/>
              <a:gd name="connsiteX13-2251" fmla="*/ 6135658 w 9144000"/>
              <a:gd name="connsiteY13-2252" fmla="*/ 5621091 h 6867525"/>
              <a:gd name="connsiteX14-2253" fmla="*/ 6340790 w 9144000"/>
              <a:gd name="connsiteY14-2254" fmla="*/ 5621091 h 6867525"/>
              <a:gd name="connsiteX15-2255" fmla="*/ 6497246 w 9144000"/>
              <a:gd name="connsiteY15-2256" fmla="*/ 5176060 h 6867525"/>
              <a:gd name="connsiteX16-2257" fmla="*/ 6636466 w 9144000"/>
              <a:gd name="connsiteY16-2258" fmla="*/ 4873617 h 6867525"/>
              <a:gd name="connsiteX17-2259" fmla="*/ 6636319 w 9144000"/>
              <a:gd name="connsiteY17-2260" fmla="*/ 2106040 h 6867525"/>
              <a:gd name="connsiteX18-2261" fmla="*/ 6542445 w 9144000"/>
              <a:gd name="connsiteY18-2262" fmla="*/ 1737498 h 6867525"/>
              <a:gd name="connsiteX19-2263" fmla="*/ 6094701 w 9144000"/>
              <a:gd name="connsiteY19-2264" fmla="*/ 1604868 h 6867525"/>
              <a:gd name="connsiteX20-2265" fmla="*/ 3420273 w 9144000"/>
              <a:gd name="connsiteY20-2266" fmla="*/ 1605380 h 6867525"/>
              <a:gd name="connsiteX21-2267" fmla="*/ 3347260 w 9144000"/>
              <a:gd name="connsiteY21-2268" fmla="*/ 1553228 h 6867525"/>
              <a:gd name="connsiteX22-2269" fmla="*/ 3423750 w 9144000"/>
              <a:gd name="connsiteY22-2270" fmla="*/ 1302898 h 6867525"/>
              <a:gd name="connsiteX23-2271" fmla="*/ 3211664 w 9144000"/>
              <a:gd name="connsiteY23-2272" fmla="*/ 1295944 h 6867525"/>
              <a:gd name="connsiteX24-2273" fmla="*/ 3072592 w 9144000"/>
              <a:gd name="connsiteY24-2274" fmla="*/ 1608857 h 6867525"/>
              <a:gd name="connsiteX25-2275" fmla="*/ 2978718 w 9144000"/>
              <a:gd name="connsiteY25-2276" fmla="*/ 1608857 h 6867525"/>
              <a:gd name="connsiteX26-2277" fmla="*/ 2909714 w 9144000"/>
              <a:gd name="connsiteY26-2278" fmla="*/ 1551658 h 6867525"/>
              <a:gd name="connsiteX27-2279" fmla="*/ 2981649 w 9144000"/>
              <a:gd name="connsiteY27-2280" fmla="*/ 1300258 h 6867525"/>
              <a:gd name="connsiteX28" fmla="*/ 2772894 w 9144000"/>
              <a:gd name="connsiteY28" fmla="*/ 1297438 h 6867525"/>
              <a:gd name="connsiteX0-2281" fmla="*/ 0 w 9144000"/>
              <a:gd name="connsiteY0-2282" fmla="*/ 0 h 6867525"/>
              <a:gd name="connsiteX1-2283" fmla="*/ 9144000 w 9144000"/>
              <a:gd name="connsiteY1-2284" fmla="*/ 0 h 6867525"/>
              <a:gd name="connsiteX2-2285" fmla="*/ 9144000 w 9144000"/>
              <a:gd name="connsiteY2-2286" fmla="*/ 6867525 h 6867525"/>
              <a:gd name="connsiteX3-2287" fmla="*/ 0 w 9144000"/>
              <a:gd name="connsiteY3-2288" fmla="*/ 6867525 h 6867525"/>
              <a:gd name="connsiteX4-2289" fmla="*/ 0 w 9144000"/>
              <a:gd name="connsiteY4-2290" fmla="*/ 0 h 6867525"/>
              <a:gd name="connsiteX5-2291" fmla="*/ 2772894 w 9144000"/>
              <a:gd name="connsiteY5-2292" fmla="*/ 1297438 h 6867525"/>
              <a:gd name="connsiteX6-2293" fmla="*/ 2611041 w 9144000"/>
              <a:gd name="connsiteY6-2294" fmla="*/ 5180409 h 6867525"/>
              <a:gd name="connsiteX7-2295" fmla="*/ 5777546 w 9144000"/>
              <a:gd name="connsiteY7-2296" fmla="*/ 5370760 h 6867525"/>
              <a:gd name="connsiteX8-2297" fmla="*/ 5708012 w 9144000"/>
              <a:gd name="connsiteY8-2298" fmla="*/ 5621090 h 6867525"/>
              <a:gd name="connsiteX9-2299" fmla="*/ 5906189 w 9144000"/>
              <a:gd name="connsiteY9-2300" fmla="*/ 5624568 h 6867525"/>
              <a:gd name="connsiteX10-2301" fmla="*/ 6059169 w 9144000"/>
              <a:gd name="connsiteY10-2302" fmla="*/ 5269934 h 6867525"/>
              <a:gd name="connsiteX11-2303" fmla="*/ 6128705 w 9144000"/>
              <a:gd name="connsiteY11-2304" fmla="*/ 5273411 h 6867525"/>
              <a:gd name="connsiteX12-2305" fmla="*/ 6208670 w 9144000"/>
              <a:gd name="connsiteY12-2306" fmla="*/ 5370760 h 6867525"/>
              <a:gd name="connsiteX13-2307" fmla="*/ 6135658 w 9144000"/>
              <a:gd name="connsiteY13-2308" fmla="*/ 5621091 h 6867525"/>
              <a:gd name="connsiteX14-2309" fmla="*/ 6340790 w 9144000"/>
              <a:gd name="connsiteY14-2310" fmla="*/ 5621091 h 6867525"/>
              <a:gd name="connsiteX15-2311" fmla="*/ 6497246 w 9144000"/>
              <a:gd name="connsiteY15-2312" fmla="*/ 5176060 h 6867525"/>
              <a:gd name="connsiteX16-2313" fmla="*/ 6636466 w 9144000"/>
              <a:gd name="connsiteY16-2314" fmla="*/ 4873617 h 6867525"/>
              <a:gd name="connsiteX17-2315" fmla="*/ 6636319 w 9144000"/>
              <a:gd name="connsiteY17-2316" fmla="*/ 2106040 h 6867525"/>
              <a:gd name="connsiteX18-2317" fmla="*/ 6542445 w 9144000"/>
              <a:gd name="connsiteY18-2318" fmla="*/ 1737498 h 6867525"/>
              <a:gd name="connsiteX19-2319" fmla="*/ 6094701 w 9144000"/>
              <a:gd name="connsiteY19-2320" fmla="*/ 1604868 h 6867525"/>
              <a:gd name="connsiteX20-2321" fmla="*/ 3420273 w 9144000"/>
              <a:gd name="connsiteY20-2322" fmla="*/ 1605380 h 6867525"/>
              <a:gd name="connsiteX21-2323" fmla="*/ 3347260 w 9144000"/>
              <a:gd name="connsiteY21-2324" fmla="*/ 1553228 h 6867525"/>
              <a:gd name="connsiteX22-2325" fmla="*/ 3423750 w 9144000"/>
              <a:gd name="connsiteY22-2326" fmla="*/ 1302898 h 6867525"/>
              <a:gd name="connsiteX23-2327" fmla="*/ 3211664 w 9144000"/>
              <a:gd name="connsiteY23-2328" fmla="*/ 1295944 h 6867525"/>
              <a:gd name="connsiteX24-2329" fmla="*/ 3072592 w 9144000"/>
              <a:gd name="connsiteY24-2330" fmla="*/ 1608857 h 6867525"/>
              <a:gd name="connsiteX25-2331" fmla="*/ 2978718 w 9144000"/>
              <a:gd name="connsiteY25-2332" fmla="*/ 1608857 h 6867525"/>
              <a:gd name="connsiteX26-2333" fmla="*/ 2909714 w 9144000"/>
              <a:gd name="connsiteY26-2334" fmla="*/ 1551658 h 6867525"/>
              <a:gd name="connsiteX27-2335" fmla="*/ 2981649 w 9144000"/>
              <a:gd name="connsiteY27-2336" fmla="*/ 1300258 h 6867525"/>
              <a:gd name="connsiteX28-2337" fmla="*/ 2772894 w 9144000"/>
              <a:gd name="connsiteY28-2338" fmla="*/ 1297438 h 6867525"/>
              <a:gd name="connsiteX0-2339" fmla="*/ 0 w 9144000"/>
              <a:gd name="connsiteY0-2340" fmla="*/ 0 h 6867525"/>
              <a:gd name="connsiteX1-2341" fmla="*/ 9144000 w 9144000"/>
              <a:gd name="connsiteY1-2342" fmla="*/ 0 h 6867525"/>
              <a:gd name="connsiteX2-2343" fmla="*/ 9144000 w 9144000"/>
              <a:gd name="connsiteY2-2344" fmla="*/ 6867525 h 6867525"/>
              <a:gd name="connsiteX3-2345" fmla="*/ 0 w 9144000"/>
              <a:gd name="connsiteY3-2346" fmla="*/ 6867525 h 6867525"/>
              <a:gd name="connsiteX4-2347" fmla="*/ 0 w 9144000"/>
              <a:gd name="connsiteY4-2348" fmla="*/ 0 h 6867525"/>
              <a:gd name="connsiteX5-2349" fmla="*/ 2772894 w 9144000"/>
              <a:gd name="connsiteY5-2350" fmla="*/ 1297438 h 6867525"/>
              <a:gd name="connsiteX6-2351" fmla="*/ 2611041 w 9144000"/>
              <a:gd name="connsiteY6-2352" fmla="*/ 5180409 h 6867525"/>
              <a:gd name="connsiteX7-2353" fmla="*/ 5589800 w 9144000"/>
              <a:gd name="connsiteY7-2354" fmla="*/ 5349900 h 6867525"/>
              <a:gd name="connsiteX8-2355" fmla="*/ 5777546 w 9144000"/>
              <a:gd name="connsiteY8-2356" fmla="*/ 5370760 h 6867525"/>
              <a:gd name="connsiteX9-2357" fmla="*/ 5708012 w 9144000"/>
              <a:gd name="connsiteY9-2358" fmla="*/ 5621090 h 6867525"/>
              <a:gd name="connsiteX10-2359" fmla="*/ 5906189 w 9144000"/>
              <a:gd name="connsiteY10-2360" fmla="*/ 5624568 h 6867525"/>
              <a:gd name="connsiteX11-2361" fmla="*/ 6059169 w 9144000"/>
              <a:gd name="connsiteY11-2362" fmla="*/ 5269934 h 6867525"/>
              <a:gd name="connsiteX12-2363" fmla="*/ 6128705 w 9144000"/>
              <a:gd name="connsiteY12-2364" fmla="*/ 5273411 h 6867525"/>
              <a:gd name="connsiteX13-2365" fmla="*/ 6208670 w 9144000"/>
              <a:gd name="connsiteY13-2366" fmla="*/ 5370760 h 6867525"/>
              <a:gd name="connsiteX14-2367" fmla="*/ 6135658 w 9144000"/>
              <a:gd name="connsiteY14-2368" fmla="*/ 5621091 h 6867525"/>
              <a:gd name="connsiteX15-2369" fmla="*/ 6340790 w 9144000"/>
              <a:gd name="connsiteY15-2370" fmla="*/ 5621091 h 6867525"/>
              <a:gd name="connsiteX16-2371" fmla="*/ 6497246 w 9144000"/>
              <a:gd name="connsiteY16-2372" fmla="*/ 5176060 h 6867525"/>
              <a:gd name="connsiteX17-2373" fmla="*/ 6636466 w 9144000"/>
              <a:gd name="connsiteY17-2374" fmla="*/ 4873617 h 6867525"/>
              <a:gd name="connsiteX18-2375" fmla="*/ 6636319 w 9144000"/>
              <a:gd name="connsiteY18-2376" fmla="*/ 2106040 h 6867525"/>
              <a:gd name="connsiteX19-2377" fmla="*/ 6542445 w 9144000"/>
              <a:gd name="connsiteY19-2378" fmla="*/ 1737498 h 6867525"/>
              <a:gd name="connsiteX20-2379" fmla="*/ 6094701 w 9144000"/>
              <a:gd name="connsiteY20-2380" fmla="*/ 1604868 h 6867525"/>
              <a:gd name="connsiteX21-2381" fmla="*/ 3420273 w 9144000"/>
              <a:gd name="connsiteY21-2382" fmla="*/ 1605380 h 6867525"/>
              <a:gd name="connsiteX22-2383" fmla="*/ 3347260 w 9144000"/>
              <a:gd name="connsiteY22-2384" fmla="*/ 1553228 h 6867525"/>
              <a:gd name="connsiteX23-2385" fmla="*/ 3423750 w 9144000"/>
              <a:gd name="connsiteY23-2386" fmla="*/ 1302898 h 6867525"/>
              <a:gd name="connsiteX24-2387" fmla="*/ 3211664 w 9144000"/>
              <a:gd name="connsiteY24-2388" fmla="*/ 1295944 h 6867525"/>
              <a:gd name="connsiteX25-2389" fmla="*/ 3072592 w 9144000"/>
              <a:gd name="connsiteY25-2390" fmla="*/ 1608857 h 6867525"/>
              <a:gd name="connsiteX26-2391" fmla="*/ 2978718 w 9144000"/>
              <a:gd name="connsiteY26-2392" fmla="*/ 1608857 h 6867525"/>
              <a:gd name="connsiteX27-2393" fmla="*/ 2909714 w 9144000"/>
              <a:gd name="connsiteY27-2394" fmla="*/ 1551658 h 6867525"/>
              <a:gd name="connsiteX28-2395" fmla="*/ 2981649 w 9144000"/>
              <a:gd name="connsiteY28-2396" fmla="*/ 1300258 h 6867525"/>
              <a:gd name="connsiteX29" fmla="*/ 2772894 w 9144000"/>
              <a:gd name="connsiteY29" fmla="*/ 1297438 h 6867525"/>
              <a:gd name="connsiteX0-2397" fmla="*/ 0 w 9144000"/>
              <a:gd name="connsiteY0-2398" fmla="*/ 0 h 6867525"/>
              <a:gd name="connsiteX1-2399" fmla="*/ 9144000 w 9144000"/>
              <a:gd name="connsiteY1-2400" fmla="*/ 0 h 6867525"/>
              <a:gd name="connsiteX2-2401" fmla="*/ 9144000 w 9144000"/>
              <a:gd name="connsiteY2-2402" fmla="*/ 6867525 h 6867525"/>
              <a:gd name="connsiteX3-2403" fmla="*/ 0 w 9144000"/>
              <a:gd name="connsiteY3-2404" fmla="*/ 6867525 h 6867525"/>
              <a:gd name="connsiteX4-2405" fmla="*/ 0 w 9144000"/>
              <a:gd name="connsiteY4-2406" fmla="*/ 0 h 6867525"/>
              <a:gd name="connsiteX5-2407" fmla="*/ 2772894 w 9144000"/>
              <a:gd name="connsiteY5-2408" fmla="*/ 1297438 h 6867525"/>
              <a:gd name="connsiteX6-2409" fmla="*/ 2611041 w 9144000"/>
              <a:gd name="connsiteY6-2410" fmla="*/ 5180409 h 6867525"/>
              <a:gd name="connsiteX7-2411" fmla="*/ 5687151 w 9144000"/>
              <a:gd name="connsiteY7-2412" fmla="*/ 5276887 h 6867525"/>
              <a:gd name="connsiteX8-2413" fmla="*/ 5777546 w 9144000"/>
              <a:gd name="connsiteY8-2414" fmla="*/ 5370760 h 6867525"/>
              <a:gd name="connsiteX9-2415" fmla="*/ 5708012 w 9144000"/>
              <a:gd name="connsiteY9-2416" fmla="*/ 5621090 h 6867525"/>
              <a:gd name="connsiteX10-2417" fmla="*/ 5906189 w 9144000"/>
              <a:gd name="connsiteY10-2418" fmla="*/ 5624568 h 6867525"/>
              <a:gd name="connsiteX11-2419" fmla="*/ 6059169 w 9144000"/>
              <a:gd name="connsiteY11-2420" fmla="*/ 5269934 h 6867525"/>
              <a:gd name="connsiteX12-2421" fmla="*/ 6128705 w 9144000"/>
              <a:gd name="connsiteY12-2422" fmla="*/ 5273411 h 6867525"/>
              <a:gd name="connsiteX13-2423" fmla="*/ 6208670 w 9144000"/>
              <a:gd name="connsiteY13-2424" fmla="*/ 5370760 h 6867525"/>
              <a:gd name="connsiteX14-2425" fmla="*/ 6135658 w 9144000"/>
              <a:gd name="connsiteY14-2426" fmla="*/ 5621091 h 6867525"/>
              <a:gd name="connsiteX15-2427" fmla="*/ 6340790 w 9144000"/>
              <a:gd name="connsiteY15-2428" fmla="*/ 5621091 h 6867525"/>
              <a:gd name="connsiteX16-2429" fmla="*/ 6497246 w 9144000"/>
              <a:gd name="connsiteY16-2430" fmla="*/ 5176060 h 6867525"/>
              <a:gd name="connsiteX17-2431" fmla="*/ 6636466 w 9144000"/>
              <a:gd name="connsiteY17-2432" fmla="*/ 4873617 h 6867525"/>
              <a:gd name="connsiteX18-2433" fmla="*/ 6636319 w 9144000"/>
              <a:gd name="connsiteY18-2434" fmla="*/ 2106040 h 6867525"/>
              <a:gd name="connsiteX19-2435" fmla="*/ 6542445 w 9144000"/>
              <a:gd name="connsiteY19-2436" fmla="*/ 1737498 h 6867525"/>
              <a:gd name="connsiteX20-2437" fmla="*/ 6094701 w 9144000"/>
              <a:gd name="connsiteY20-2438" fmla="*/ 1604868 h 6867525"/>
              <a:gd name="connsiteX21-2439" fmla="*/ 3420273 w 9144000"/>
              <a:gd name="connsiteY21-2440" fmla="*/ 1605380 h 6867525"/>
              <a:gd name="connsiteX22-2441" fmla="*/ 3347260 w 9144000"/>
              <a:gd name="connsiteY22-2442" fmla="*/ 1553228 h 6867525"/>
              <a:gd name="connsiteX23-2443" fmla="*/ 3423750 w 9144000"/>
              <a:gd name="connsiteY23-2444" fmla="*/ 1302898 h 6867525"/>
              <a:gd name="connsiteX24-2445" fmla="*/ 3211664 w 9144000"/>
              <a:gd name="connsiteY24-2446" fmla="*/ 1295944 h 6867525"/>
              <a:gd name="connsiteX25-2447" fmla="*/ 3072592 w 9144000"/>
              <a:gd name="connsiteY25-2448" fmla="*/ 1608857 h 6867525"/>
              <a:gd name="connsiteX26-2449" fmla="*/ 2978718 w 9144000"/>
              <a:gd name="connsiteY26-2450" fmla="*/ 1608857 h 6867525"/>
              <a:gd name="connsiteX27-2451" fmla="*/ 2909714 w 9144000"/>
              <a:gd name="connsiteY27-2452" fmla="*/ 1551658 h 6867525"/>
              <a:gd name="connsiteX28-2453" fmla="*/ 2981649 w 9144000"/>
              <a:gd name="connsiteY28-2454" fmla="*/ 1300258 h 6867525"/>
              <a:gd name="connsiteX29-2455" fmla="*/ 2772894 w 9144000"/>
              <a:gd name="connsiteY29-2456" fmla="*/ 1297438 h 6867525"/>
              <a:gd name="connsiteX0-2457" fmla="*/ 0 w 9144000"/>
              <a:gd name="connsiteY0-2458" fmla="*/ 0 h 6867525"/>
              <a:gd name="connsiteX1-2459" fmla="*/ 9144000 w 9144000"/>
              <a:gd name="connsiteY1-2460" fmla="*/ 0 h 6867525"/>
              <a:gd name="connsiteX2-2461" fmla="*/ 9144000 w 9144000"/>
              <a:gd name="connsiteY2-2462" fmla="*/ 6867525 h 6867525"/>
              <a:gd name="connsiteX3-2463" fmla="*/ 0 w 9144000"/>
              <a:gd name="connsiteY3-2464" fmla="*/ 6867525 h 6867525"/>
              <a:gd name="connsiteX4-2465" fmla="*/ 0 w 9144000"/>
              <a:gd name="connsiteY4-2466" fmla="*/ 0 h 6867525"/>
              <a:gd name="connsiteX5-2467" fmla="*/ 2772894 w 9144000"/>
              <a:gd name="connsiteY5-2468" fmla="*/ 1297438 h 6867525"/>
              <a:gd name="connsiteX6-2469" fmla="*/ 2611041 w 9144000"/>
              <a:gd name="connsiteY6-2470" fmla="*/ 5180409 h 6867525"/>
              <a:gd name="connsiteX7-2471" fmla="*/ 5687151 w 9144000"/>
              <a:gd name="connsiteY7-2472" fmla="*/ 5276887 h 6867525"/>
              <a:gd name="connsiteX8-2473" fmla="*/ 5777546 w 9144000"/>
              <a:gd name="connsiteY8-2474" fmla="*/ 5370760 h 6867525"/>
              <a:gd name="connsiteX9-2475" fmla="*/ 5708012 w 9144000"/>
              <a:gd name="connsiteY9-2476" fmla="*/ 5621090 h 6867525"/>
              <a:gd name="connsiteX10-2477" fmla="*/ 5906189 w 9144000"/>
              <a:gd name="connsiteY10-2478" fmla="*/ 5624568 h 6867525"/>
              <a:gd name="connsiteX11-2479" fmla="*/ 6059169 w 9144000"/>
              <a:gd name="connsiteY11-2480" fmla="*/ 5269934 h 6867525"/>
              <a:gd name="connsiteX12-2481" fmla="*/ 6128705 w 9144000"/>
              <a:gd name="connsiteY12-2482" fmla="*/ 5273411 h 6867525"/>
              <a:gd name="connsiteX13-2483" fmla="*/ 6208670 w 9144000"/>
              <a:gd name="connsiteY13-2484" fmla="*/ 5370760 h 6867525"/>
              <a:gd name="connsiteX14-2485" fmla="*/ 6135658 w 9144000"/>
              <a:gd name="connsiteY14-2486" fmla="*/ 5621091 h 6867525"/>
              <a:gd name="connsiteX15-2487" fmla="*/ 6340790 w 9144000"/>
              <a:gd name="connsiteY15-2488" fmla="*/ 5621091 h 6867525"/>
              <a:gd name="connsiteX16-2489" fmla="*/ 6497246 w 9144000"/>
              <a:gd name="connsiteY16-2490" fmla="*/ 5176060 h 6867525"/>
              <a:gd name="connsiteX17-2491" fmla="*/ 6636466 w 9144000"/>
              <a:gd name="connsiteY17-2492" fmla="*/ 4873617 h 6867525"/>
              <a:gd name="connsiteX18-2493" fmla="*/ 6636319 w 9144000"/>
              <a:gd name="connsiteY18-2494" fmla="*/ 2106040 h 6867525"/>
              <a:gd name="connsiteX19-2495" fmla="*/ 6542445 w 9144000"/>
              <a:gd name="connsiteY19-2496" fmla="*/ 1737498 h 6867525"/>
              <a:gd name="connsiteX20-2497" fmla="*/ 6094701 w 9144000"/>
              <a:gd name="connsiteY20-2498" fmla="*/ 1604868 h 6867525"/>
              <a:gd name="connsiteX21-2499" fmla="*/ 3420273 w 9144000"/>
              <a:gd name="connsiteY21-2500" fmla="*/ 1605380 h 6867525"/>
              <a:gd name="connsiteX22-2501" fmla="*/ 3347260 w 9144000"/>
              <a:gd name="connsiteY22-2502" fmla="*/ 1553228 h 6867525"/>
              <a:gd name="connsiteX23-2503" fmla="*/ 3423750 w 9144000"/>
              <a:gd name="connsiteY23-2504" fmla="*/ 1302898 h 6867525"/>
              <a:gd name="connsiteX24-2505" fmla="*/ 3211664 w 9144000"/>
              <a:gd name="connsiteY24-2506" fmla="*/ 1295944 h 6867525"/>
              <a:gd name="connsiteX25-2507" fmla="*/ 3072592 w 9144000"/>
              <a:gd name="connsiteY25-2508" fmla="*/ 1608857 h 6867525"/>
              <a:gd name="connsiteX26-2509" fmla="*/ 2978718 w 9144000"/>
              <a:gd name="connsiteY26-2510" fmla="*/ 1608857 h 6867525"/>
              <a:gd name="connsiteX27-2511" fmla="*/ 2909714 w 9144000"/>
              <a:gd name="connsiteY27-2512" fmla="*/ 1551658 h 6867525"/>
              <a:gd name="connsiteX28-2513" fmla="*/ 2981649 w 9144000"/>
              <a:gd name="connsiteY28-2514" fmla="*/ 1300258 h 6867525"/>
              <a:gd name="connsiteX29-2515" fmla="*/ 2772894 w 9144000"/>
              <a:gd name="connsiteY29-2516" fmla="*/ 1297438 h 6867525"/>
              <a:gd name="connsiteX0-2517" fmla="*/ 0 w 9144000"/>
              <a:gd name="connsiteY0-2518" fmla="*/ 0 h 6867525"/>
              <a:gd name="connsiteX1-2519" fmla="*/ 9144000 w 9144000"/>
              <a:gd name="connsiteY1-2520" fmla="*/ 0 h 6867525"/>
              <a:gd name="connsiteX2-2521" fmla="*/ 9144000 w 9144000"/>
              <a:gd name="connsiteY2-2522" fmla="*/ 6867525 h 6867525"/>
              <a:gd name="connsiteX3-2523" fmla="*/ 0 w 9144000"/>
              <a:gd name="connsiteY3-2524" fmla="*/ 6867525 h 6867525"/>
              <a:gd name="connsiteX4-2525" fmla="*/ 0 w 9144000"/>
              <a:gd name="connsiteY4-2526" fmla="*/ 0 h 6867525"/>
              <a:gd name="connsiteX5-2527" fmla="*/ 2772894 w 9144000"/>
              <a:gd name="connsiteY5-2528" fmla="*/ 1297438 h 6867525"/>
              <a:gd name="connsiteX6-2529" fmla="*/ 2611041 w 9144000"/>
              <a:gd name="connsiteY6-2530" fmla="*/ 5180409 h 6867525"/>
              <a:gd name="connsiteX7-2531" fmla="*/ 5687151 w 9144000"/>
              <a:gd name="connsiteY7-2532" fmla="*/ 5276887 h 6867525"/>
              <a:gd name="connsiteX8-2533" fmla="*/ 5777546 w 9144000"/>
              <a:gd name="connsiteY8-2534" fmla="*/ 5370760 h 6867525"/>
              <a:gd name="connsiteX9-2535" fmla="*/ 5708012 w 9144000"/>
              <a:gd name="connsiteY9-2536" fmla="*/ 5621090 h 6867525"/>
              <a:gd name="connsiteX10-2537" fmla="*/ 5906189 w 9144000"/>
              <a:gd name="connsiteY10-2538" fmla="*/ 5624568 h 6867525"/>
              <a:gd name="connsiteX11-2539" fmla="*/ 6059169 w 9144000"/>
              <a:gd name="connsiteY11-2540" fmla="*/ 5269934 h 6867525"/>
              <a:gd name="connsiteX12-2541" fmla="*/ 6128705 w 9144000"/>
              <a:gd name="connsiteY12-2542" fmla="*/ 5273411 h 6867525"/>
              <a:gd name="connsiteX13-2543" fmla="*/ 6208670 w 9144000"/>
              <a:gd name="connsiteY13-2544" fmla="*/ 5370760 h 6867525"/>
              <a:gd name="connsiteX14-2545" fmla="*/ 6135658 w 9144000"/>
              <a:gd name="connsiteY14-2546" fmla="*/ 5621091 h 6867525"/>
              <a:gd name="connsiteX15-2547" fmla="*/ 6340790 w 9144000"/>
              <a:gd name="connsiteY15-2548" fmla="*/ 5621091 h 6867525"/>
              <a:gd name="connsiteX16-2549" fmla="*/ 6497246 w 9144000"/>
              <a:gd name="connsiteY16-2550" fmla="*/ 5176060 h 6867525"/>
              <a:gd name="connsiteX17-2551" fmla="*/ 6636466 w 9144000"/>
              <a:gd name="connsiteY17-2552" fmla="*/ 4873617 h 6867525"/>
              <a:gd name="connsiteX18-2553" fmla="*/ 6636319 w 9144000"/>
              <a:gd name="connsiteY18-2554" fmla="*/ 2106040 h 6867525"/>
              <a:gd name="connsiteX19-2555" fmla="*/ 6542445 w 9144000"/>
              <a:gd name="connsiteY19-2556" fmla="*/ 1737498 h 6867525"/>
              <a:gd name="connsiteX20-2557" fmla="*/ 6094701 w 9144000"/>
              <a:gd name="connsiteY20-2558" fmla="*/ 1604868 h 6867525"/>
              <a:gd name="connsiteX21-2559" fmla="*/ 3420273 w 9144000"/>
              <a:gd name="connsiteY21-2560" fmla="*/ 1605380 h 6867525"/>
              <a:gd name="connsiteX22-2561" fmla="*/ 3347260 w 9144000"/>
              <a:gd name="connsiteY22-2562" fmla="*/ 1553228 h 6867525"/>
              <a:gd name="connsiteX23-2563" fmla="*/ 3423750 w 9144000"/>
              <a:gd name="connsiteY23-2564" fmla="*/ 1302898 h 6867525"/>
              <a:gd name="connsiteX24-2565" fmla="*/ 3211664 w 9144000"/>
              <a:gd name="connsiteY24-2566" fmla="*/ 1295944 h 6867525"/>
              <a:gd name="connsiteX25-2567" fmla="*/ 3072592 w 9144000"/>
              <a:gd name="connsiteY25-2568" fmla="*/ 1608857 h 6867525"/>
              <a:gd name="connsiteX26-2569" fmla="*/ 2978718 w 9144000"/>
              <a:gd name="connsiteY26-2570" fmla="*/ 1608857 h 6867525"/>
              <a:gd name="connsiteX27-2571" fmla="*/ 2909714 w 9144000"/>
              <a:gd name="connsiteY27-2572" fmla="*/ 1551658 h 6867525"/>
              <a:gd name="connsiteX28-2573" fmla="*/ 2981649 w 9144000"/>
              <a:gd name="connsiteY28-2574" fmla="*/ 1300258 h 6867525"/>
              <a:gd name="connsiteX29-2575" fmla="*/ 2772894 w 9144000"/>
              <a:gd name="connsiteY29-2576" fmla="*/ 1297438 h 6867525"/>
              <a:gd name="connsiteX0-2577" fmla="*/ 0 w 9144000"/>
              <a:gd name="connsiteY0-2578" fmla="*/ 0 h 6867525"/>
              <a:gd name="connsiteX1-2579" fmla="*/ 9144000 w 9144000"/>
              <a:gd name="connsiteY1-2580" fmla="*/ 0 h 6867525"/>
              <a:gd name="connsiteX2-2581" fmla="*/ 9144000 w 9144000"/>
              <a:gd name="connsiteY2-2582" fmla="*/ 6867525 h 6867525"/>
              <a:gd name="connsiteX3-2583" fmla="*/ 0 w 9144000"/>
              <a:gd name="connsiteY3-2584" fmla="*/ 6867525 h 6867525"/>
              <a:gd name="connsiteX4-2585" fmla="*/ 0 w 9144000"/>
              <a:gd name="connsiteY4-2586" fmla="*/ 0 h 6867525"/>
              <a:gd name="connsiteX5-2587" fmla="*/ 2772894 w 9144000"/>
              <a:gd name="connsiteY5-2588" fmla="*/ 1297438 h 6867525"/>
              <a:gd name="connsiteX6-2589" fmla="*/ 2611041 w 9144000"/>
              <a:gd name="connsiteY6-2590" fmla="*/ 5180409 h 6867525"/>
              <a:gd name="connsiteX7-2591" fmla="*/ 2825739 w 9144000"/>
              <a:gd name="connsiteY7-2592" fmla="*/ 5189967 h 6867525"/>
              <a:gd name="connsiteX8-2593" fmla="*/ 5687151 w 9144000"/>
              <a:gd name="connsiteY8-2594" fmla="*/ 5276887 h 6867525"/>
              <a:gd name="connsiteX9-2595" fmla="*/ 5777546 w 9144000"/>
              <a:gd name="connsiteY9-2596" fmla="*/ 5370760 h 6867525"/>
              <a:gd name="connsiteX10-2597" fmla="*/ 5708012 w 9144000"/>
              <a:gd name="connsiteY10-2598" fmla="*/ 5621090 h 6867525"/>
              <a:gd name="connsiteX11-2599" fmla="*/ 5906189 w 9144000"/>
              <a:gd name="connsiteY11-2600" fmla="*/ 5624568 h 6867525"/>
              <a:gd name="connsiteX12-2601" fmla="*/ 6059169 w 9144000"/>
              <a:gd name="connsiteY12-2602" fmla="*/ 5269934 h 6867525"/>
              <a:gd name="connsiteX13-2603" fmla="*/ 6128705 w 9144000"/>
              <a:gd name="connsiteY13-2604" fmla="*/ 5273411 h 6867525"/>
              <a:gd name="connsiteX14-2605" fmla="*/ 6208670 w 9144000"/>
              <a:gd name="connsiteY14-2606" fmla="*/ 5370760 h 6867525"/>
              <a:gd name="connsiteX15-2607" fmla="*/ 6135658 w 9144000"/>
              <a:gd name="connsiteY15-2608" fmla="*/ 5621091 h 6867525"/>
              <a:gd name="connsiteX16-2609" fmla="*/ 6340790 w 9144000"/>
              <a:gd name="connsiteY16-2610" fmla="*/ 5621091 h 6867525"/>
              <a:gd name="connsiteX17-2611" fmla="*/ 6497246 w 9144000"/>
              <a:gd name="connsiteY17-2612" fmla="*/ 5176060 h 6867525"/>
              <a:gd name="connsiteX18-2613" fmla="*/ 6636466 w 9144000"/>
              <a:gd name="connsiteY18-2614" fmla="*/ 4873617 h 6867525"/>
              <a:gd name="connsiteX19-2615" fmla="*/ 6636319 w 9144000"/>
              <a:gd name="connsiteY19-2616" fmla="*/ 2106040 h 6867525"/>
              <a:gd name="connsiteX20-2617" fmla="*/ 6542445 w 9144000"/>
              <a:gd name="connsiteY20-2618" fmla="*/ 1737498 h 6867525"/>
              <a:gd name="connsiteX21-2619" fmla="*/ 6094701 w 9144000"/>
              <a:gd name="connsiteY21-2620" fmla="*/ 1604868 h 6867525"/>
              <a:gd name="connsiteX22-2621" fmla="*/ 3420273 w 9144000"/>
              <a:gd name="connsiteY22-2622" fmla="*/ 1605380 h 6867525"/>
              <a:gd name="connsiteX23-2623" fmla="*/ 3347260 w 9144000"/>
              <a:gd name="connsiteY23-2624" fmla="*/ 1553228 h 6867525"/>
              <a:gd name="connsiteX24-2625" fmla="*/ 3423750 w 9144000"/>
              <a:gd name="connsiteY24-2626" fmla="*/ 1302898 h 6867525"/>
              <a:gd name="connsiteX25-2627" fmla="*/ 3211664 w 9144000"/>
              <a:gd name="connsiteY25-2628" fmla="*/ 1295944 h 6867525"/>
              <a:gd name="connsiteX26-2629" fmla="*/ 3072592 w 9144000"/>
              <a:gd name="connsiteY26-2630" fmla="*/ 1608857 h 6867525"/>
              <a:gd name="connsiteX27-2631" fmla="*/ 2978718 w 9144000"/>
              <a:gd name="connsiteY27-2632" fmla="*/ 1608857 h 6867525"/>
              <a:gd name="connsiteX28-2633" fmla="*/ 2909714 w 9144000"/>
              <a:gd name="connsiteY28-2634" fmla="*/ 1551658 h 6867525"/>
              <a:gd name="connsiteX29-2635" fmla="*/ 2981649 w 9144000"/>
              <a:gd name="connsiteY29-2636" fmla="*/ 1300258 h 6867525"/>
              <a:gd name="connsiteX30" fmla="*/ 2772894 w 9144000"/>
              <a:gd name="connsiteY30" fmla="*/ 1297438 h 6867525"/>
              <a:gd name="connsiteX0-2637" fmla="*/ 0 w 9144000"/>
              <a:gd name="connsiteY0-2638" fmla="*/ 0 h 6867525"/>
              <a:gd name="connsiteX1-2639" fmla="*/ 9144000 w 9144000"/>
              <a:gd name="connsiteY1-2640" fmla="*/ 0 h 6867525"/>
              <a:gd name="connsiteX2-2641" fmla="*/ 9144000 w 9144000"/>
              <a:gd name="connsiteY2-2642" fmla="*/ 6867525 h 6867525"/>
              <a:gd name="connsiteX3-2643" fmla="*/ 0 w 9144000"/>
              <a:gd name="connsiteY3-2644" fmla="*/ 6867525 h 6867525"/>
              <a:gd name="connsiteX4-2645" fmla="*/ 0 w 9144000"/>
              <a:gd name="connsiteY4-2646" fmla="*/ 0 h 6867525"/>
              <a:gd name="connsiteX5-2647" fmla="*/ 2772894 w 9144000"/>
              <a:gd name="connsiteY5-2648" fmla="*/ 1297438 h 6867525"/>
              <a:gd name="connsiteX6-2649" fmla="*/ 2611041 w 9144000"/>
              <a:gd name="connsiteY6-2650" fmla="*/ 5180409 h 6867525"/>
              <a:gd name="connsiteX7-2651" fmla="*/ 2950904 w 9144000"/>
              <a:gd name="connsiteY7-2652" fmla="*/ 5269933 h 6867525"/>
              <a:gd name="connsiteX8-2653" fmla="*/ 5687151 w 9144000"/>
              <a:gd name="connsiteY8-2654" fmla="*/ 5276887 h 6867525"/>
              <a:gd name="connsiteX9-2655" fmla="*/ 5777546 w 9144000"/>
              <a:gd name="connsiteY9-2656" fmla="*/ 5370760 h 6867525"/>
              <a:gd name="connsiteX10-2657" fmla="*/ 5708012 w 9144000"/>
              <a:gd name="connsiteY10-2658" fmla="*/ 5621090 h 6867525"/>
              <a:gd name="connsiteX11-2659" fmla="*/ 5906189 w 9144000"/>
              <a:gd name="connsiteY11-2660" fmla="*/ 5624568 h 6867525"/>
              <a:gd name="connsiteX12-2661" fmla="*/ 6059169 w 9144000"/>
              <a:gd name="connsiteY12-2662" fmla="*/ 5269934 h 6867525"/>
              <a:gd name="connsiteX13-2663" fmla="*/ 6128705 w 9144000"/>
              <a:gd name="connsiteY13-2664" fmla="*/ 5273411 h 6867525"/>
              <a:gd name="connsiteX14-2665" fmla="*/ 6208670 w 9144000"/>
              <a:gd name="connsiteY14-2666" fmla="*/ 5370760 h 6867525"/>
              <a:gd name="connsiteX15-2667" fmla="*/ 6135658 w 9144000"/>
              <a:gd name="connsiteY15-2668" fmla="*/ 5621091 h 6867525"/>
              <a:gd name="connsiteX16-2669" fmla="*/ 6340790 w 9144000"/>
              <a:gd name="connsiteY16-2670" fmla="*/ 5621091 h 6867525"/>
              <a:gd name="connsiteX17-2671" fmla="*/ 6497246 w 9144000"/>
              <a:gd name="connsiteY17-2672" fmla="*/ 5176060 h 6867525"/>
              <a:gd name="connsiteX18-2673" fmla="*/ 6636466 w 9144000"/>
              <a:gd name="connsiteY18-2674" fmla="*/ 4873617 h 6867525"/>
              <a:gd name="connsiteX19-2675" fmla="*/ 6636319 w 9144000"/>
              <a:gd name="connsiteY19-2676" fmla="*/ 2106040 h 6867525"/>
              <a:gd name="connsiteX20-2677" fmla="*/ 6542445 w 9144000"/>
              <a:gd name="connsiteY20-2678" fmla="*/ 1737498 h 6867525"/>
              <a:gd name="connsiteX21-2679" fmla="*/ 6094701 w 9144000"/>
              <a:gd name="connsiteY21-2680" fmla="*/ 1604868 h 6867525"/>
              <a:gd name="connsiteX22-2681" fmla="*/ 3420273 w 9144000"/>
              <a:gd name="connsiteY22-2682" fmla="*/ 1605380 h 6867525"/>
              <a:gd name="connsiteX23-2683" fmla="*/ 3347260 w 9144000"/>
              <a:gd name="connsiteY23-2684" fmla="*/ 1553228 h 6867525"/>
              <a:gd name="connsiteX24-2685" fmla="*/ 3423750 w 9144000"/>
              <a:gd name="connsiteY24-2686" fmla="*/ 1302898 h 6867525"/>
              <a:gd name="connsiteX25-2687" fmla="*/ 3211664 w 9144000"/>
              <a:gd name="connsiteY25-2688" fmla="*/ 1295944 h 6867525"/>
              <a:gd name="connsiteX26-2689" fmla="*/ 3072592 w 9144000"/>
              <a:gd name="connsiteY26-2690" fmla="*/ 1608857 h 6867525"/>
              <a:gd name="connsiteX27-2691" fmla="*/ 2978718 w 9144000"/>
              <a:gd name="connsiteY27-2692" fmla="*/ 1608857 h 6867525"/>
              <a:gd name="connsiteX28-2693" fmla="*/ 2909714 w 9144000"/>
              <a:gd name="connsiteY28-2694" fmla="*/ 1551658 h 6867525"/>
              <a:gd name="connsiteX29-2695" fmla="*/ 2981649 w 9144000"/>
              <a:gd name="connsiteY29-2696" fmla="*/ 1300258 h 6867525"/>
              <a:gd name="connsiteX30-2697" fmla="*/ 2772894 w 9144000"/>
              <a:gd name="connsiteY30-2698" fmla="*/ 1297438 h 6867525"/>
              <a:gd name="connsiteX0-2699" fmla="*/ 0 w 9144000"/>
              <a:gd name="connsiteY0-2700" fmla="*/ 0 h 6867525"/>
              <a:gd name="connsiteX1-2701" fmla="*/ 9144000 w 9144000"/>
              <a:gd name="connsiteY1-2702" fmla="*/ 0 h 6867525"/>
              <a:gd name="connsiteX2-2703" fmla="*/ 9144000 w 9144000"/>
              <a:gd name="connsiteY2-2704" fmla="*/ 6867525 h 6867525"/>
              <a:gd name="connsiteX3-2705" fmla="*/ 0 w 9144000"/>
              <a:gd name="connsiteY3-2706" fmla="*/ 6867525 h 6867525"/>
              <a:gd name="connsiteX4-2707" fmla="*/ 0 w 9144000"/>
              <a:gd name="connsiteY4-2708" fmla="*/ 0 h 6867525"/>
              <a:gd name="connsiteX5-2709" fmla="*/ 2772894 w 9144000"/>
              <a:gd name="connsiteY5-2710" fmla="*/ 1297438 h 6867525"/>
              <a:gd name="connsiteX6-2711" fmla="*/ 2513691 w 9144000"/>
              <a:gd name="connsiteY6-2712" fmla="*/ 4822298 h 6867525"/>
              <a:gd name="connsiteX7-2713" fmla="*/ 2950904 w 9144000"/>
              <a:gd name="connsiteY7-2714" fmla="*/ 5269933 h 6867525"/>
              <a:gd name="connsiteX8-2715" fmla="*/ 5687151 w 9144000"/>
              <a:gd name="connsiteY8-2716" fmla="*/ 5276887 h 6867525"/>
              <a:gd name="connsiteX9-2717" fmla="*/ 5777546 w 9144000"/>
              <a:gd name="connsiteY9-2718" fmla="*/ 5370760 h 6867525"/>
              <a:gd name="connsiteX10-2719" fmla="*/ 5708012 w 9144000"/>
              <a:gd name="connsiteY10-2720" fmla="*/ 5621090 h 6867525"/>
              <a:gd name="connsiteX11-2721" fmla="*/ 5906189 w 9144000"/>
              <a:gd name="connsiteY11-2722" fmla="*/ 5624568 h 6867525"/>
              <a:gd name="connsiteX12-2723" fmla="*/ 6059169 w 9144000"/>
              <a:gd name="connsiteY12-2724" fmla="*/ 5269934 h 6867525"/>
              <a:gd name="connsiteX13-2725" fmla="*/ 6128705 w 9144000"/>
              <a:gd name="connsiteY13-2726" fmla="*/ 5273411 h 6867525"/>
              <a:gd name="connsiteX14-2727" fmla="*/ 6208670 w 9144000"/>
              <a:gd name="connsiteY14-2728" fmla="*/ 5370760 h 6867525"/>
              <a:gd name="connsiteX15-2729" fmla="*/ 6135658 w 9144000"/>
              <a:gd name="connsiteY15-2730" fmla="*/ 5621091 h 6867525"/>
              <a:gd name="connsiteX16-2731" fmla="*/ 6340790 w 9144000"/>
              <a:gd name="connsiteY16-2732" fmla="*/ 5621091 h 6867525"/>
              <a:gd name="connsiteX17-2733" fmla="*/ 6497246 w 9144000"/>
              <a:gd name="connsiteY17-2734" fmla="*/ 5176060 h 6867525"/>
              <a:gd name="connsiteX18-2735" fmla="*/ 6636466 w 9144000"/>
              <a:gd name="connsiteY18-2736" fmla="*/ 4873617 h 6867525"/>
              <a:gd name="connsiteX19-2737" fmla="*/ 6636319 w 9144000"/>
              <a:gd name="connsiteY19-2738" fmla="*/ 2106040 h 6867525"/>
              <a:gd name="connsiteX20-2739" fmla="*/ 6542445 w 9144000"/>
              <a:gd name="connsiteY20-2740" fmla="*/ 1737498 h 6867525"/>
              <a:gd name="connsiteX21-2741" fmla="*/ 6094701 w 9144000"/>
              <a:gd name="connsiteY21-2742" fmla="*/ 1604868 h 6867525"/>
              <a:gd name="connsiteX22-2743" fmla="*/ 3420273 w 9144000"/>
              <a:gd name="connsiteY22-2744" fmla="*/ 1605380 h 6867525"/>
              <a:gd name="connsiteX23-2745" fmla="*/ 3347260 w 9144000"/>
              <a:gd name="connsiteY23-2746" fmla="*/ 1553228 h 6867525"/>
              <a:gd name="connsiteX24-2747" fmla="*/ 3423750 w 9144000"/>
              <a:gd name="connsiteY24-2748" fmla="*/ 1302898 h 6867525"/>
              <a:gd name="connsiteX25-2749" fmla="*/ 3211664 w 9144000"/>
              <a:gd name="connsiteY25-2750" fmla="*/ 1295944 h 6867525"/>
              <a:gd name="connsiteX26-2751" fmla="*/ 3072592 w 9144000"/>
              <a:gd name="connsiteY26-2752" fmla="*/ 1608857 h 6867525"/>
              <a:gd name="connsiteX27-2753" fmla="*/ 2978718 w 9144000"/>
              <a:gd name="connsiteY27-2754" fmla="*/ 1608857 h 6867525"/>
              <a:gd name="connsiteX28-2755" fmla="*/ 2909714 w 9144000"/>
              <a:gd name="connsiteY28-2756" fmla="*/ 1551658 h 6867525"/>
              <a:gd name="connsiteX29-2757" fmla="*/ 2981649 w 9144000"/>
              <a:gd name="connsiteY29-2758" fmla="*/ 1300258 h 6867525"/>
              <a:gd name="connsiteX30-2759" fmla="*/ 2772894 w 9144000"/>
              <a:gd name="connsiteY30-2760" fmla="*/ 1297438 h 6867525"/>
              <a:gd name="connsiteX0-2761" fmla="*/ 0 w 9144000"/>
              <a:gd name="connsiteY0-2762" fmla="*/ 0 h 6867525"/>
              <a:gd name="connsiteX1-2763" fmla="*/ 9144000 w 9144000"/>
              <a:gd name="connsiteY1-2764" fmla="*/ 0 h 6867525"/>
              <a:gd name="connsiteX2-2765" fmla="*/ 9144000 w 9144000"/>
              <a:gd name="connsiteY2-2766" fmla="*/ 6867525 h 6867525"/>
              <a:gd name="connsiteX3-2767" fmla="*/ 0 w 9144000"/>
              <a:gd name="connsiteY3-2768" fmla="*/ 6867525 h 6867525"/>
              <a:gd name="connsiteX4-2769" fmla="*/ 0 w 9144000"/>
              <a:gd name="connsiteY4-2770" fmla="*/ 0 h 6867525"/>
              <a:gd name="connsiteX5-2771" fmla="*/ 2772894 w 9144000"/>
              <a:gd name="connsiteY5-2772" fmla="*/ 1297438 h 6867525"/>
              <a:gd name="connsiteX6-2773" fmla="*/ 2513691 w 9144000"/>
              <a:gd name="connsiteY6-2774" fmla="*/ 4822298 h 6867525"/>
              <a:gd name="connsiteX7-2775" fmla="*/ 2950904 w 9144000"/>
              <a:gd name="connsiteY7-2776" fmla="*/ 5269933 h 6867525"/>
              <a:gd name="connsiteX8-2777" fmla="*/ 5687151 w 9144000"/>
              <a:gd name="connsiteY8-2778" fmla="*/ 5276887 h 6867525"/>
              <a:gd name="connsiteX9-2779" fmla="*/ 5777546 w 9144000"/>
              <a:gd name="connsiteY9-2780" fmla="*/ 5370760 h 6867525"/>
              <a:gd name="connsiteX10-2781" fmla="*/ 5708012 w 9144000"/>
              <a:gd name="connsiteY10-2782" fmla="*/ 5621090 h 6867525"/>
              <a:gd name="connsiteX11-2783" fmla="*/ 5906189 w 9144000"/>
              <a:gd name="connsiteY11-2784" fmla="*/ 5624568 h 6867525"/>
              <a:gd name="connsiteX12-2785" fmla="*/ 6059169 w 9144000"/>
              <a:gd name="connsiteY12-2786" fmla="*/ 5269934 h 6867525"/>
              <a:gd name="connsiteX13-2787" fmla="*/ 6128705 w 9144000"/>
              <a:gd name="connsiteY13-2788" fmla="*/ 5273411 h 6867525"/>
              <a:gd name="connsiteX14-2789" fmla="*/ 6208670 w 9144000"/>
              <a:gd name="connsiteY14-2790" fmla="*/ 5370760 h 6867525"/>
              <a:gd name="connsiteX15-2791" fmla="*/ 6135658 w 9144000"/>
              <a:gd name="connsiteY15-2792" fmla="*/ 5621091 h 6867525"/>
              <a:gd name="connsiteX16-2793" fmla="*/ 6340790 w 9144000"/>
              <a:gd name="connsiteY16-2794" fmla="*/ 5621091 h 6867525"/>
              <a:gd name="connsiteX17-2795" fmla="*/ 6497246 w 9144000"/>
              <a:gd name="connsiteY17-2796" fmla="*/ 5176060 h 6867525"/>
              <a:gd name="connsiteX18-2797" fmla="*/ 6636466 w 9144000"/>
              <a:gd name="connsiteY18-2798" fmla="*/ 4873617 h 6867525"/>
              <a:gd name="connsiteX19-2799" fmla="*/ 6636319 w 9144000"/>
              <a:gd name="connsiteY19-2800" fmla="*/ 2106040 h 6867525"/>
              <a:gd name="connsiteX20-2801" fmla="*/ 6542445 w 9144000"/>
              <a:gd name="connsiteY20-2802" fmla="*/ 1737498 h 6867525"/>
              <a:gd name="connsiteX21-2803" fmla="*/ 6094701 w 9144000"/>
              <a:gd name="connsiteY21-2804" fmla="*/ 1604868 h 6867525"/>
              <a:gd name="connsiteX22-2805" fmla="*/ 3420273 w 9144000"/>
              <a:gd name="connsiteY22-2806" fmla="*/ 1605380 h 6867525"/>
              <a:gd name="connsiteX23-2807" fmla="*/ 3347260 w 9144000"/>
              <a:gd name="connsiteY23-2808" fmla="*/ 1553228 h 6867525"/>
              <a:gd name="connsiteX24-2809" fmla="*/ 3423750 w 9144000"/>
              <a:gd name="connsiteY24-2810" fmla="*/ 1302898 h 6867525"/>
              <a:gd name="connsiteX25-2811" fmla="*/ 3211664 w 9144000"/>
              <a:gd name="connsiteY25-2812" fmla="*/ 1295944 h 6867525"/>
              <a:gd name="connsiteX26-2813" fmla="*/ 3072592 w 9144000"/>
              <a:gd name="connsiteY26-2814" fmla="*/ 1608857 h 6867525"/>
              <a:gd name="connsiteX27-2815" fmla="*/ 2978718 w 9144000"/>
              <a:gd name="connsiteY27-2816" fmla="*/ 1608857 h 6867525"/>
              <a:gd name="connsiteX28-2817" fmla="*/ 2909714 w 9144000"/>
              <a:gd name="connsiteY28-2818" fmla="*/ 1551658 h 6867525"/>
              <a:gd name="connsiteX29-2819" fmla="*/ 2981649 w 9144000"/>
              <a:gd name="connsiteY29-2820" fmla="*/ 1300258 h 6867525"/>
              <a:gd name="connsiteX30-2821" fmla="*/ 2772894 w 9144000"/>
              <a:gd name="connsiteY30-2822" fmla="*/ 1297438 h 6867525"/>
              <a:gd name="connsiteX0-2823" fmla="*/ 0 w 9144000"/>
              <a:gd name="connsiteY0-2824" fmla="*/ 0 h 6867525"/>
              <a:gd name="connsiteX1-2825" fmla="*/ 9144000 w 9144000"/>
              <a:gd name="connsiteY1-2826" fmla="*/ 0 h 6867525"/>
              <a:gd name="connsiteX2-2827" fmla="*/ 9144000 w 9144000"/>
              <a:gd name="connsiteY2-2828" fmla="*/ 6867525 h 6867525"/>
              <a:gd name="connsiteX3-2829" fmla="*/ 0 w 9144000"/>
              <a:gd name="connsiteY3-2830" fmla="*/ 6867525 h 6867525"/>
              <a:gd name="connsiteX4-2831" fmla="*/ 0 w 9144000"/>
              <a:gd name="connsiteY4-2832" fmla="*/ 0 h 6867525"/>
              <a:gd name="connsiteX5-2833" fmla="*/ 2772894 w 9144000"/>
              <a:gd name="connsiteY5-2834" fmla="*/ 1297438 h 6867525"/>
              <a:gd name="connsiteX6-2835" fmla="*/ 2513691 w 9144000"/>
              <a:gd name="connsiteY6-2836" fmla="*/ 4822298 h 6867525"/>
              <a:gd name="connsiteX7-2837" fmla="*/ 2950904 w 9144000"/>
              <a:gd name="connsiteY7-2838" fmla="*/ 5269933 h 6867525"/>
              <a:gd name="connsiteX8-2839" fmla="*/ 5687151 w 9144000"/>
              <a:gd name="connsiteY8-2840" fmla="*/ 5276887 h 6867525"/>
              <a:gd name="connsiteX9-2841" fmla="*/ 5777546 w 9144000"/>
              <a:gd name="connsiteY9-2842" fmla="*/ 5370760 h 6867525"/>
              <a:gd name="connsiteX10-2843" fmla="*/ 5708012 w 9144000"/>
              <a:gd name="connsiteY10-2844" fmla="*/ 5621090 h 6867525"/>
              <a:gd name="connsiteX11-2845" fmla="*/ 5906189 w 9144000"/>
              <a:gd name="connsiteY11-2846" fmla="*/ 5624568 h 6867525"/>
              <a:gd name="connsiteX12-2847" fmla="*/ 6059169 w 9144000"/>
              <a:gd name="connsiteY12-2848" fmla="*/ 5269934 h 6867525"/>
              <a:gd name="connsiteX13-2849" fmla="*/ 6128705 w 9144000"/>
              <a:gd name="connsiteY13-2850" fmla="*/ 5273411 h 6867525"/>
              <a:gd name="connsiteX14-2851" fmla="*/ 6208670 w 9144000"/>
              <a:gd name="connsiteY14-2852" fmla="*/ 5370760 h 6867525"/>
              <a:gd name="connsiteX15-2853" fmla="*/ 6135658 w 9144000"/>
              <a:gd name="connsiteY15-2854" fmla="*/ 5621091 h 6867525"/>
              <a:gd name="connsiteX16-2855" fmla="*/ 6340790 w 9144000"/>
              <a:gd name="connsiteY16-2856" fmla="*/ 5621091 h 6867525"/>
              <a:gd name="connsiteX17-2857" fmla="*/ 6497246 w 9144000"/>
              <a:gd name="connsiteY17-2858" fmla="*/ 5176060 h 6867525"/>
              <a:gd name="connsiteX18-2859" fmla="*/ 6636466 w 9144000"/>
              <a:gd name="connsiteY18-2860" fmla="*/ 4873617 h 6867525"/>
              <a:gd name="connsiteX19-2861" fmla="*/ 6636319 w 9144000"/>
              <a:gd name="connsiteY19-2862" fmla="*/ 2106040 h 6867525"/>
              <a:gd name="connsiteX20-2863" fmla="*/ 6542445 w 9144000"/>
              <a:gd name="connsiteY20-2864" fmla="*/ 1737498 h 6867525"/>
              <a:gd name="connsiteX21-2865" fmla="*/ 6094701 w 9144000"/>
              <a:gd name="connsiteY21-2866" fmla="*/ 1604868 h 6867525"/>
              <a:gd name="connsiteX22-2867" fmla="*/ 3420273 w 9144000"/>
              <a:gd name="connsiteY22-2868" fmla="*/ 1605380 h 6867525"/>
              <a:gd name="connsiteX23-2869" fmla="*/ 3347260 w 9144000"/>
              <a:gd name="connsiteY23-2870" fmla="*/ 1553228 h 6867525"/>
              <a:gd name="connsiteX24-2871" fmla="*/ 3423750 w 9144000"/>
              <a:gd name="connsiteY24-2872" fmla="*/ 1302898 h 6867525"/>
              <a:gd name="connsiteX25-2873" fmla="*/ 3211664 w 9144000"/>
              <a:gd name="connsiteY25-2874" fmla="*/ 1295944 h 6867525"/>
              <a:gd name="connsiteX26-2875" fmla="*/ 3072592 w 9144000"/>
              <a:gd name="connsiteY26-2876" fmla="*/ 1608857 h 6867525"/>
              <a:gd name="connsiteX27-2877" fmla="*/ 2978718 w 9144000"/>
              <a:gd name="connsiteY27-2878" fmla="*/ 1608857 h 6867525"/>
              <a:gd name="connsiteX28-2879" fmla="*/ 2909714 w 9144000"/>
              <a:gd name="connsiteY28-2880" fmla="*/ 1551658 h 6867525"/>
              <a:gd name="connsiteX29-2881" fmla="*/ 2981649 w 9144000"/>
              <a:gd name="connsiteY29-2882" fmla="*/ 1300258 h 6867525"/>
              <a:gd name="connsiteX30-2883" fmla="*/ 2772894 w 9144000"/>
              <a:gd name="connsiteY30-2884" fmla="*/ 1297438 h 6867525"/>
              <a:gd name="connsiteX0-2885" fmla="*/ 0 w 9144000"/>
              <a:gd name="connsiteY0-2886" fmla="*/ 0 h 6867525"/>
              <a:gd name="connsiteX1-2887" fmla="*/ 9144000 w 9144000"/>
              <a:gd name="connsiteY1-2888" fmla="*/ 0 h 6867525"/>
              <a:gd name="connsiteX2-2889" fmla="*/ 9144000 w 9144000"/>
              <a:gd name="connsiteY2-2890" fmla="*/ 6867525 h 6867525"/>
              <a:gd name="connsiteX3-2891" fmla="*/ 0 w 9144000"/>
              <a:gd name="connsiteY3-2892" fmla="*/ 6867525 h 6867525"/>
              <a:gd name="connsiteX4-2893" fmla="*/ 0 w 9144000"/>
              <a:gd name="connsiteY4-2894" fmla="*/ 0 h 6867525"/>
              <a:gd name="connsiteX5-2895" fmla="*/ 2772894 w 9144000"/>
              <a:gd name="connsiteY5-2896" fmla="*/ 1297438 h 6867525"/>
              <a:gd name="connsiteX6-2897" fmla="*/ 2749249 w 9144000"/>
              <a:gd name="connsiteY6-2898" fmla="*/ 1594950 h 6867525"/>
              <a:gd name="connsiteX7-2899" fmla="*/ 2513691 w 9144000"/>
              <a:gd name="connsiteY7-2900" fmla="*/ 4822298 h 6867525"/>
              <a:gd name="connsiteX8-2901" fmla="*/ 2950904 w 9144000"/>
              <a:gd name="connsiteY8-2902" fmla="*/ 5269933 h 6867525"/>
              <a:gd name="connsiteX9-2903" fmla="*/ 5687151 w 9144000"/>
              <a:gd name="connsiteY9-2904" fmla="*/ 5276887 h 6867525"/>
              <a:gd name="connsiteX10-2905" fmla="*/ 5777546 w 9144000"/>
              <a:gd name="connsiteY10-2906" fmla="*/ 5370760 h 6867525"/>
              <a:gd name="connsiteX11-2907" fmla="*/ 5708012 w 9144000"/>
              <a:gd name="connsiteY11-2908" fmla="*/ 5621090 h 6867525"/>
              <a:gd name="connsiteX12-2909" fmla="*/ 5906189 w 9144000"/>
              <a:gd name="connsiteY12-2910" fmla="*/ 5624568 h 6867525"/>
              <a:gd name="connsiteX13-2911" fmla="*/ 6059169 w 9144000"/>
              <a:gd name="connsiteY13-2912" fmla="*/ 5269934 h 6867525"/>
              <a:gd name="connsiteX14-2913" fmla="*/ 6128705 w 9144000"/>
              <a:gd name="connsiteY14-2914" fmla="*/ 5273411 h 6867525"/>
              <a:gd name="connsiteX15-2915" fmla="*/ 6208670 w 9144000"/>
              <a:gd name="connsiteY15-2916" fmla="*/ 5370760 h 6867525"/>
              <a:gd name="connsiteX16-2917" fmla="*/ 6135658 w 9144000"/>
              <a:gd name="connsiteY16-2918" fmla="*/ 5621091 h 6867525"/>
              <a:gd name="connsiteX17-2919" fmla="*/ 6340790 w 9144000"/>
              <a:gd name="connsiteY17-2920" fmla="*/ 5621091 h 6867525"/>
              <a:gd name="connsiteX18-2921" fmla="*/ 6497246 w 9144000"/>
              <a:gd name="connsiteY18-2922" fmla="*/ 5176060 h 6867525"/>
              <a:gd name="connsiteX19-2923" fmla="*/ 6636466 w 9144000"/>
              <a:gd name="connsiteY19-2924" fmla="*/ 4873617 h 6867525"/>
              <a:gd name="connsiteX20-2925" fmla="*/ 6636319 w 9144000"/>
              <a:gd name="connsiteY20-2926" fmla="*/ 2106040 h 6867525"/>
              <a:gd name="connsiteX21-2927" fmla="*/ 6542445 w 9144000"/>
              <a:gd name="connsiteY21-2928" fmla="*/ 1737498 h 6867525"/>
              <a:gd name="connsiteX22-2929" fmla="*/ 6094701 w 9144000"/>
              <a:gd name="connsiteY22-2930" fmla="*/ 1604868 h 6867525"/>
              <a:gd name="connsiteX23-2931" fmla="*/ 3420273 w 9144000"/>
              <a:gd name="connsiteY23-2932" fmla="*/ 1605380 h 6867525"/>
              <a:gd name="connsiteX24-2933" fmla="*/ 3347260 w 9144000"/>
              <a:gd name="connsiteY24-2934" fmla="*/ 1553228 h 6867525"/>
              <a:gd name="connsiteX25-2935" fmla="*/ 3423750 w 9144000"/>
              <a:gd name="connsiteY25-2936" fmla="*/ 1302898 h 6867525"/>
              <a:gd name="connsiteX26-2937" fmla="*/ 3211664 w 9144000"/>
              <a:gd name="connsiteY26-2938" fmla="*/ 1295944 h 6867525"/>
              <a:gd name="connsiteX27-2939" fmla="*/ 3072592 w 9144000"/>
              <a:gd name="connsiteY27-2940" fmla="*/ 1608857 h 6867525"/>
              <a:gd name="connsiteX28-2941" fmla="*/ 2978718 w 9144000"/>
              <a:gd name="connsiteY28-2942" fmla="*/ 1608857 h 6867525"/>
              <a:gd name="connsiteX29-2943" fmla="*/ 2909714 w 9144000"/>
              <a:gd name="connsiteY29-2944" fmla="*/ 1551658 h 6867525"/>
              <a:gd name="connsiteX30-2945" fmla="*/ 2981649 w 9144000"/>
              <a:gd name="connsiteY30-2946" fmla="*/ 1300258 h 6867525"/>
              <a:gd name="connsiteX31" fmla="*/ 2772894 w 9144000"/>
              <a:gd name="connsiteY31" fmla="*/ 1297438 h 6867525"/>
              <a:gd name="connsiteX0-2947" fmla="*/ 0 w 9144000"/>
              <a:gd name="connsiteY0-2948" fmla="*/ 0 h 6867525"/>
              <a:gd name="connsiteX1-2949" fmla="*/ 9144000 w 9144000"/>
              <a:gd name="connsiteY1-2950" fmla="*/ 0 h 6867525"/>
              <a:gd name="connsiteX2-2951" fmla="*/ 9144000 w 9144000"/>
              <a:gd name="connsiteY2-2952" fmla="*/ 6867525 h 6867525"/>
              <a:gd name="connsiteX3-2953" fmla="*/ 0 w 9144000"/>
              <a:gd name="connsiteY3-2954" fmla="*/ 6867525 h 6867525"/>
              <a:gd name="connsiteX4-2955" fmla="*/ 0 w 9144000"/>
              <a:gd name="connsiteY4-2956" fmla="*/ 0 h 6867525"/>
              <a:gd name="connsiteX5-2957" fmla="*/ 2772894 w 9144000"/>
              <a:gd name="connsiteY5-2958" fmla="*/ 1297438 h 6867525"/>
              <a:gd name="connsiteX6-2959" fmla="*/ 2620608 w 9144000"/>
              <a:gd name="connsiteY6-2960" fmla="*/ 1744452 h 6867525"/>
              <a:gd name="connsiteX7-2961" fmla="*/ 2513691 w 9144000"/>
              <a:gd name="connsiteY7-2962" fmla="*/ 4822298 h 6867525"/>
              <a:gd name="connsiteX8-2963" fmla="*/ 2950904 w 9144000"/>
              <a:gd name="connsiteY8-2964" fmla="*/ 5269933 h 6867525"/>
              <a:gd name="connsiteX9-2965" fmla="*/ 5687151 w 9144000"/>
              <a:gd name="connsiteY9-2966" fmla="*/ 5276887 h 6867525"/>
              <a:gd name="connsiteX10-2967" fmla="*/ 5777546 w 9144000"/>
              <a:gd name="connsiteY10-2968" fmla="*/ 5370760 h 6867525"/>
              <a:gd name="connsiteX11-2969" fmla="*/ 5708012 w 9144000"/>
              <a:gd name="connsiteY11-2970" fmla="*/ 5621090 h 6867525"/>
              <a:gd name="connsiteX12-2971" fmla="*/ 5906189 w 9144000"/>
              <a:gd name="connsiteY12-2972" fmla="*/ 5624568 h 6867525"/>
              <a:gd name="connsiteX13-2973" fmla="*/ 6059169 w 9144000"/>
              <a:gd name="connsiteY13-2974" fmla="*/ 5269934 h 6867525"/>
              <a:gd name="connsiteX14-2975" fmla="*/ 6128705 w 9144000"/>
              <a:gd name="connsiteY14-2976" fmla="*/ 5273411 h 6867525"/>
              <a:gd name="connsiteX15-2977" fmla="*/ 6208670 w 9144000"/>
              <a:gd name="connsiteY15-2978" fmla="*/ 5370760 h 6867525"/>
              <a:gd name="connsiteX16-2979" fmla="*/ 6135658 w 9144000"/>
              <a:gd name="connsiteY16-2980" fmla="*/ 5621091 h 6867525"/>
              <a:gd name="connsiteX17-2981" fmla="*/ 6340790 w 9144000"/>
              <a:gd name="connsiteY17-2982" fmla="*/ 5621091 h 6867525"/>
              <a:gd name="connsiteX18-2983" fmla="*/ 6497246 w 9144000"/>
              <a:gd name="connsiteY18-2984" fmla="*/ 5176060 h 6867525"/>
              <a:gd name="connsiteX19-2985" fmla="*/ 6636466 w 9144000"/>
              <a:gd name="connsiteY19-2986" fmla="*/ 4873617 h 6867525"/>
              <a:gd name="connsiteX20-2987" fmla="*/ 6636319 w 9144000"/>
              <a:gd name="connsiteY20-2988" fmla="*/ 2106040 h 6867525"/>
              <a:gd name="connsiteX21-2989" fmla="*/ 6542445 w 9144000"/>
              <a:gd name="connsiteY21-2990" fmla="*/ 1737498 h 6867525"/>
              <a:gd name="connsiteX22-2991" fmla="*/ 6094701 w 9144000"/>
              <a:gd name="connsiteY22-2992" fmla="*/ 1604868 h 6867525"/>
              <a:gd name="connsiteX23-2993" fmla="*/ 3420273 w 9144000"/>
              <a:gd name="connsiteY23-2994" fmla="*/ 1605380 h 6867525"/>
              <a:gd name="connsiteX24-2995" fmla="*/ 3347260 w 9144000"/>
              <a:gd name="connsiteY24-2996" fmla="*/ 1553228 h 6867525"/>
              <a:gd name="connsiteX25-2997" fmla="*/ 3423750 w 9144000"/>
              <a:gd name="connsiteY25-2998" fmla="*/ 1302898 h 6867525"/>
              <a:gd name="connsiteX26-2999" fmla="*/ 3211664 w 9144000"/>
              <a:gd name="connsiteY26-3000" fmla="*/ 1295944 h 6867525"/>
              <a:gd name="connsiteX27-3001" fmla="*/ 3072592 w 9144000"/>
              <a:gd name="connsiteY27-3002" fmla="*/ 1608857 h 6867525"/>
              <a:gd name="connsiteX28-3003" fmla="*/ 2978718 w 9144000"/>
              <a:gd name="connsiteY28-3004" fmla="*/ 1608857 h 6867525"/>
              <a:gd name="connsiteX29-3005" fmla="*/ 2909714 w 9144000"/>
              <a:gd name="connsiteY29-3006" fmla="*/ 1551658 h 6867525"/>
              <a:gd name="connsiteX30-3007" fmla="*/ 2981649 w 9144000"/>
              <a:gd name="connsiteY30-3008" fmla="*/ 1300258 h 6867525"/>
              <a:gd name="connsiteX31-3009" fmla="*/ 2772894 w 9144000"/>
              <a:gd name="connsiteY31-3010" fmla="*/ 1297438 h 6867525"/>
              <a:gd name="connsiteX0-3011" fmla="*/ 0 w 9144000"/>
              <a:gd name="connsiteY0-3012" fmla="*/ 0 h 6867525"/>
              <a:gd name="connsiteX1-3013" fmla="*/ 9144000 w 9144000"/>
              <a:gd name="connsiteY1-3014" fmla="*/ 0 h 6867525"/>
              <a:gd name="connsiteX2-3015" fmla="*/ 9144000 w 9144000"/>
              <a:gd name="connsiteY2-3016" fmla="*/ 6867525 h 6867525"/>
              <a:gd name="connsiteX3-3017" fmla="*/ 0 w 9144000"/>
              <a:gd name="connsiteY3-3018" fmla="*/ 6867525 h 6867525"/>
              <a:gd name="connsiteX4-3019" fmla="*/ 0 w 9144000"/>
              <a:gd name="connsiteY4-3020" fmla="*/ 0 h 6867525"/>
              <a:gd name="connsiteX5-3021" fmla="*/ 2772894 w 9144000"/>
              <a:gd name="connsiteY5-3022" fmla="*/ 1297438 h 6867525"/>
              <a:gd name="connsiteX6-3023" fmla="*/ 2620608 w 9144000"/>
              <a:gd name="connsiteY6-3024" fmla="*/ 1744452 h 6867525"/>
              <a:gd name="connsiteX7-3025" fmla="*/ 2513691 w 9144000"/>
              <a:gd name="connsiteY7-3026" fmla="*/ 4822298 h 6867525"/>
              <a:gd name="connsiteX8-3027" fmla="*/ 2950904 w 9144000"/>
              <a:gd name="connsiteY8-3028" fmla="*/ 5269933 h 6867525"/>
              <a:gd name="connsiteX9-3029" fmla="*/ 5687151 w 9144000"/>
              <a:gd name="connsiteY9-3030" fmla="*/ 5276887 h 6867525"/>
              <a:gd name="connsiteX10-3031" fmla="*/ 5777546 w 9144000"/>
              <a:gd name="connsiteY10-3032" fmla="*/ 5370760 h 6867525"/>
              <a:gd name="connsiteX11-3033" fmla="*/ 5708012 w 9144000"/>
              <a:gd name="connsiteY11-3034" fmla="*/ 5621090 h 6867525"/>
              <a:gd name="connsiteX12-3035" fmla="*/ 5906189 w 9144000"/>
              <a:gd name="connsiteY12-3036" fmla="*/ 5624568 h 6867525"/>
              <a:gd name="connsiteX13-3037" fmla="*/ 6059169 w 9144000"/>
              <a:gd name="connsiteY13-3038" fmla="*/ 5269934 h 6867525"/>
              <a:gd name="connsiteX14-3039" fmla="*/ 6128705 w 9144000"/>
              <a:gd name="connsiteY14-3040" fmla="*/ 5273411 h 6867525"/>
              <a:gd name="connsiteX15-3041" fmla="*/ 6208670 w 9144000"/>
              <a:gd name="connsiteY15-3042" fmla="*/ 5370760 h 6867525"/>
              <a:gd name="connsiteX16-3043" fmla="*/ 6135658 w 9144000"/>
              <a:gd name="connsiteY16-3044" fmla="*/ 5621091 h 6867525"/>
              <a:gd name="connsiteX17-3045" fmla="*/ 6340790 w 9144000"/>
              <a:gd name="connsiteY17-3046" fmla="*/ 5621091 h 6867525"/>
              <a:gd name="connsiteX18-3047" fmla="*/ 6497246 w 9144000"/>
              <a:gd name="connsiteY18-3048" fmla="*/ 5176060 h 6867525"/>
              <a:gd name="connsiteX19-3049" fmla="*/ 6636466 w 9144000"/>
              <a:gd name="connsiteY19-3050" fmla="*/ 4873617 h 6867525"/>
              <a:gd name="connsiteX20-3051" fmla="*/ 6636319 w 9144000"/>
              <a:gd name="connsiteY20-3052" fmla="*/ 2106040 h 6867525"/>
              <a:gd name="connsiteX21-3053" fmla="*/ 6542445 w 9144000"/>
              <a:gd name="connsiteY21-3054" fmla="*/ 1737498 h 6867525"/>
              <a:gd name="connsiteX22-3055" fmla="*/ 6094701 w 9144000"/>
              <a:gd name="connsiteY22-3056" fmla="*/ 1604868 h 6867525"/>
              <a:gd name="connsiteX23-3057" fmla="*/ 3420273 w 9144000"/>
              <a:gd name="connsiteY23-3058" fmla="*/ 1605380 h 6867525"/>
              <a:gd name="connsiteX24-3059" fmla="*/ 3347260 w 9144000"/>
              <a:gd name="connsiteY24-3060" fmla="*/ 1553228 h 6867525"/>
              <a:gd name="connsiteX25-3061" fmla="*/ 3423750 w 9144000"/>
              <a:gd name="connsiteY25-3062" fmla="*/ 1302898 h 6867525"/>
              <a:gd name="connsiteX26-3063" fmla="*/ 3211664 w 9144000"/>
              <a:gd name="connsiteY26-3064" fmla="*/ 1295944 h 6867525"/>
              <a:gd name="connsiteX27-3065" fmla="*/ 3072592 w 9144000"/>
              <a:gd name="connsiteY27-3066" fmla="*/ 1608857 h 6867525"/>
              <a:gd name="connsiteX28-3067" fmla="*/ 2978718 w 9144000"/>
              <a:gd name="connsiteY28-3068" fmla="*/ 1608857 h 6867525"/>
              <a:gd name="connsiteX29-3069" fmla="*/ 2909714 w 9144000"/>
              <a:gd name="connsiteY29-3070" fmla="*/ 1551658 h 6867525"/>
              <a:gd name="connsiteX30-3071" fmla="*/ 2981649 w 9144000"/>
              <a:gd name="connsiteY30-3072" fmla="*/ 1300258 h 6867525"/>
              <a:gd name="connsiteX31-3073" fmla="*/ 2772894 w 9144000"/>
              <a:gd name="connsiteY31-3074" fmla="*/ 1297438 h 6867525"/>
              <a:gd name="connsiteX0-3075" fmla="*/ 0 w 9144000"/>
              <a:gd name="connsiteY0-3076" fmla="*/ 0 h 6867525"/>
              <a:gd name="connsiteX1-3077" fmla="*/ 9144000 w 9144000"/>
              <a:gd name="connsiteY1-3078" fmla="*/ 0 h 6867525"/>
              <a:gd name="connsiteX2-3079" fmla="*/ 9144000 w 9144000"/>
              <a:gd name="connsiteY2-3080" fmla="*/ 6867525 h 6867525"/>
              <a:gd name="connsiteX3-3081" fmla="*/ 0 w 9144000"/>
              <a:gd name="connsiteY3-3082" fmla="*/ 6867525 h 6867525"/>
              <a:gd name="connsiteX4-3083" fmla="*/ 0 w 9144000"/>
              <a:gd name="connsiteY4-3084" fmla="*/ 0 h 6867525"/>
              <a:gd name="connsiteX5-3085" fmla="*/ 2786802 w 9144000"/>
              <a:gd name="connsiteY5-3086" fmla="*/ 1297438 h 6867525"/>
              <a:gd name="connsiteX6-3087" fmla="*/ 2620608 w 9144000"/>
              <a:gd name="connsiteY6-3088" fmla="*/ 1744452 h 6867525"/>
              <a:gd name="connsiteX7-3089" fmla="*/ 2513691 w 9144000"/>
              <a:gd name="connsiteY7-3090" fmla="*/ 4822298 h 6867525"/>
              <a:gd name="connsiteX8-3091" fmla="*/ 2950904 w 9144000"/>
              <a:gd name="connsiteY8-3092" fmla="*/ 5269933 h 6867525"/>
              <a:gd name="connsiteX9-3093" fmla="*/ 5687151 w 9144000"/>
              <a:gd name="connsiteY9-3094" fmla="*/ 5276887 h 6867525"/>
              <a:gd name="connsiteX10-3095" fmla="*/ 5777546 w 9144000"/>
              <a:gd name="connsiteY10-3096" fmla="*/ 5370760 h 6867525"/>
              <a:gd name="connsiteX11-3097" fmla="*/ 5708012 w 9144000"/>
              <a:gd name="connsiteY11-3098" fmla="*/ 5621090 h 6867525"/>
              <a:gd name="connsiteX12-3099" fmla="*/ 5906189 w 9144000"/>
              <a:gd name="connsiteY12-3100" fmla="*/ 5624568 h 6867525"/>
              <a:gd name="connsiteX13-3101" fmla="*/ 6059169 w 9144000"/>
              <a:gd name="connsiteY13-3102" fmla="*/ 5269934 h 6867525"/>
              <a:gd name="connsiteX14-3103" fmla="*/ 6128705 w 9144000"/>
              <a:gd name="connsiteY14-3104" fmla="*/ 5273411 h 6867525"/>
              <a:gd name="connsiteX15-3105" fmla="*/ 6208670 w 9144000"/>
              <a:gd name="connsiteY15-3106" fmla="*/ 5370760 h 6867525"/>
              <a:gd name="connsiteX16-3107" fmla="*/ 6135658 w 9144000"/>
              <a:gd name="connsiteY16-3108" fmla="*/ 5621091 h 6867525"/>
              <a:gd name="connsiteX17-3109" fmla="*/ 6340790 w 9144000"/>
              <a:gd name="connsiteY17-3110" fmla="*/ 5621091 h 6867525"/>
              <a:gd name="connsiteX18-3111" fmla="*/ 6497246 w 9144000"/>
              <a:gd name="connsiteY18-3112" fmla="*/ 5176060 h 6867525"/>
              <a:gd name="connsiteX19-3113" fmla="*/ 6636466 w 9144000"/>
              <a:gd name="connsiteY19-3114" fmla="*/ 4873617 h 6867525"/>
              <a:gd name="connsiteX20-3115" fmla="*/ 6636319 w 9144000"/>
              <a:gd name="connsiteY20-3116" fmla="*/ 2106040 h 6867525"/>
              <a:gd name="connsiteX21-3117" fmla="*/ 6542445 w 9144000"/>
              <a:gd name="connsiteY21-3118" fmla="*/ 1737498 h 6867525"/>
              <a:gd name="connsiteX22-3119" fmla="*/ 6094701 w 9144000"/>
              <a:gd name="connsiteY22-3120" fmla="*/ 1604868 h 6867525"/>
              <a:gd name="connsiteX23-3121" fmla="*/ 3420273 w 9144000"/>
              <a:gd name="connsiteY23-3122" fmla="*/ 1605380 h 6867525"/>
              <a:gd name="connsiteX24-3123" fmla="*/ 3347260 w 9144000"/>
              <a:gd name="connsiteY24-3124" fmla="*/ 1553228 h 6867525"/>
              <a:gd name="connsiteX25-3125" fmla="*/ 3423750 w 9144000"/>
              <a:gd name="connsiteY25-3126" fmla="*/ 1302898 h 6867525"/>
              <a:gd name="connsiteX26-3127" fmla="*/ 3211664 w 9144000"/>
              <a:gd name="connsiteY26-3128" fmla="*/ 1295944 h 6867525"/>
              <a:gd name="connsiteX27-3129" fmla="*/ 3072592 w 9144000"/>
              <a:gd name="connsiteY27-3130" fmla="*/ 1608857 h 6867525"/>
              <a:gd name="connsiteX28-3131" fmla="*/ 2978718 w 9144000"/>
              <a:gd name="connsiteY28-3132" fmla="*/ 1608857 h 6867525"/>
              <a:gd name="connsiteX29-3133" fmla="*/ 2909714 w 9144000"/>
              <a:gd name="connsiteY29-3134" fmla="*/ 1551658 h 6867525"/>
              <a:gd name="connsiteX30-3135" fmla="*/ 2981649 w 9144000"/>
              <a:gd name="connsiteY30-3136" fmla="*/ 1300258 h 6867525"/>
              <a:gd name="connsiteX31-3137" fmla="*/ 2786802 w 9144000"/>
              <a:gd name="connsiteY31-3138" fmla="*/ 1297438 h 6867525"/>
              <a:gd name="connsiteX0-3139" fmla="*/ 0 w 9144000"/>
              <a:gd name="connsiteY0-3140" fmla="*/ 0 h 6867525"/>
              <a:gd name="connsiteX1-3141" fmla="*/ 9144000 w 9144000"/>
              <a:gd name="connsiteY1-3142" fmla="*/ 0 h 6867525"/>
              <a:gd name="connsiteX2-3143" fmla="*/ 9144000 w 9144000"/>
              <a:gd name="connsiteY2-3144" fmla="*/ 6867525 h 6867525"/>
              <a:gd name="connsiteX3-3145" fmla="*/ 0 w 9144000"/>
              <a:gd name="connsiteY3-3146" fmla="*/ 6867525 h 6867525"/>
              <a:gd name="connsiteX4-3147" fmla="*/ 0 w 9144000"/>
              <a:gd name="connsiteY4-3148" fmla="*/ 0 h 6867525"/>
              <a:gd name="connsiteX5-3149" fmla="*/ 2786802 w 9144000"/>
              <a:gd name="connsiteY5-3150" fmla="*/ 1297438 h 6867525"/>
              <a:gd name="connsiteX6-3151" fmla="*/ 2620608 w 9144000"/>
              <a:gd name="connsiteY6-3152" fmla="*/ 1744452 h 6867525"/>
              <a:gd name="connsiteX7-3153" fmla="*/ 2513691 w 9144000"/>
              <a:gd name="connsiteY7-3154" fmla="*/ 4822298 h 6867525"/>
              <a:gd name="connsiteX8-3155" fmla="*/ 2950904 w 9144000"/>
              <a:gd name="connsiteY8-3156" fmla="*/ 5269933 h 6867525"/>
              <a:gd name="connsiteX9-3157" fmla="*/ 5687151 w 9144000"/>
              <a:gd name="connsiteY9-3158" fmla="*/ 5276887 h 6867525"/>
              <a:gd name="connsiteX10-3159" fmla="*/ 5777546 w 9144000"/>
              <a:gd name="connsiteY10-3160" fmla="*/ 5370760 h 6867525"/>
              <a:gd name="connsiteX11-3161" fmla="*/ 5708012 w 9144000"/>
              <a:gd name="connsiteY11-3162" fmla="*/ 5621090 h 6867525"/>
              <a:gd name="connsiteX12-3163" fmla="*/ 5906189 w 9144000"/>
              <a:gd name="connsiteY12-3164" fmla="*/ 5624568 h 6867525"/>
              <a:gd name="connsiteX13-3165" fmla="*/ 6059169 w 9144000"/>
              <a:gd name="connsiteY13-3166" fmla="*/ 5269934 h 6867525"/>
              <a:gd name="connsiteX14-3167" fmla="*/ 6128705 w 9144000"/>
              <a:gd name="connsiteY14-3168" fmla="*/ 5273411 h 6867525"/>
              <a:gd name="connsiteX15-3169" fmla="*/ 6208670 w 9144000"/>
              <a:gd name="connsiteY15-3170" fmla="*/ 5370760 h 6867525"/>
              <a:gd name="connsiteX16-3171" fmla="*/ 6135658 w 9144000"/>
              <a:gd name="connsiteY16-3172" fmla="*/ 5621091 h 6867525"/>
              <a:gd name="connsiteX17-3173" fmla="*/ 6340790 w 9144000"/>
              <a:gd name="connsiteY17-3174" fmla="*/ 5621091 h 6867525"/>
              <a:gd name="connsiteX18-3175" fmla="*/ 6497246 w 9144000"/>
              <a:gd name="connsiteY18-3176" fmla="*/ 5176060 h 6867525"/>
              <a:gd name="connsiteX19-3177" fmla="*/ 6636466 w 9144000"/>
              <a:gd name="connsiteY19-3178" fmla="*/ 4873617 h 6867525"/>
              <a:gd name="connsiteX20-3179" fmla="*/ 6636319 w 9144000"/>
              <a:gd name="connsiteY20-3180" fmla="*/ 2106040 h 6867525"/>
              <a:gd name="connsiteX21-3181" fmla="*/ 6542445 w 9144000"/>
              <a:gd name="connsiteY21-3182" fmla="*/ 1737498 h 6867525"/>
              <a:gd name="connsiteX22-3183" fmla="*/ 6094701 w 9144000"/>
              <a:gd name="connsiteY22-3184" fmla="*/ 1604868 h 6867525"/>
              <a:gd name="connsiteX23-3185" fmla="*/ 3420273 w 9144000"/>
              <a:gd name="connsiteY23-3186" fmla="*/ 1605380 h 6867525"/>
              <a:gd name="connsiteX24-3187" fmla="*/ 3347260 w 9144000"/>
              <a:gd name="connsiteY24-3188" fmla="*/ 1553228 h 6867525"/>
              <a:gd name="connsiteX25-3189" fmla="*/ 3423750 w 9144000"/>
              <a:gd name="connsiteY25-3190" fmla="*/ 1302898 h 6867525"/>
              <a:gd name="connsiteX26-3191" fmla="*/ 3211664 w 9144000"/>
              <a:gd name="connsiteY26-3192" fmla="*/ 1295944 h 6867525"/>
              <a:gd name="connsiteX27-3193" fmla="*/ 3072592 w 9144000"/>
              <a:gd name="connsiteY27-3194" fmla="*/ 1608857 h 6867525"/>
              <a:gd name="connsiteX28-3195" fmla="*/ 2978718 w 9144000"/>
              <a:gd name="connsiteY28-3196" fmla="*/ 1608857 h 6867525"/>
              <a:gd name="connsiteX29-3197" fmla="*/ 2909714 w 9144000"/>
              <a:gd name="connsiteY29-3198" fmla="*/ 1551658 h 6867525"/>
              <a:gd name="connsiteX30-3199" fmla="*/ 2981649 w 9144000"/>
              <a:gd name="connsiteY30-3200" fmla="*/ 1300258 h 6867525"/>
              <a:gd name="connsiteX31-3201" fmla="*/ 2786802 w 9144000"/>
              <a:gd name="connsiteY31-3202" fmla="*/ 1297438 h 6867525"/>
              <a:gd name="connsiteX0-3203" fmla="*/ 0 w 9144000"/>
              <a:gd name="connsiteY0-3204" fmla="*/ 0 h 6867525"/>
              <a:gd name="connsiteX1-3205" fmla="*/ 9144000 w 9144000"/>
              <a:gd name="connsiteY1-3206" fmla="*/ 0 h 6867525"/>
              <a:gd name="connsiteX2-3207" fmla="*/ 9144000 w 9144000"/>
              <a:gd name="connsiteY2-3208" fmla="*/ 6867525 h 6867525"/>
              <a:gd name="connsiteX3-3209" fmla="*/ 0 w 9144000"/>
              <a:gd name="connsiteY3-3210" fmla="*/ 6867525 h 6867525"/>
              <a:gd name="connsiteX4-3211" fmla="*/ 0 w 9144000"/>
              <a:gd name="connsiteY4-3212" fmla="*/ 0 h 6867525"/>
              <a:gd name="connsiteX5-3213" fmla="*/ 2786802 w 9144000"/>
              <a:gd name="connsiteY5-3214" fmla="*/ 1297438 h 6867525"/>
              <a:gd name="connsiteX6-3215" fmla="*/ 2620608 w 9144000"/>
              <a:gd name="connsiteY6-3216" fmla="*/ 1744452 h 6867525"/>
              <a:gd name="connsiteX7-3217" fmla="*/ 2589316 w 9144000"/>
              <a:gd name="connsiteY7-3218" fmla="*/ 2359847 h 6867525"/>
              <a:gd name="connsiteX8-3219" fmla="*/ 2513691 w 9144000"/>
              <a:gd name="connsiteY8-3220" fmla="*/ 4822298 h 6867525"/>
              <a:gd name="connsiteX9-3221" fmla="*/ 2950904 w 9144000"/>
              <a:gd name="connsiteY9-3222" fmla="*/ 5269933 h 6867525"/>
              <a:gd name="connsiteX10-3223" fmla="*/ 5687151 w 9144000"/>
              <a:gd name="connsiteY10-3224" fmla="*/ 5276887 h 6867525"/>
              <a:gd name="connsiteX11-3225" fmla="*/ 5777546 w 9144000"/>
              <a:gd name="connsiteY11-3226" fmla="*/ 5370760 h 6867525"/>
              <a:gd name="connsiteX12-3227" fmla="*/ 5708012 w 9144000"/>
              <a:gd name="connsiteY12-3228" fmla="*/ 5621090 h 6867525"/>
              <a:gd name="connsiteX13-3229" fmla="*/ 5906189 w 9144000"/>
              <a:gd name="connsiteY13-3230" fmla="*/ 5624568 h 6867525"/>
              <a:gd name="connsiteX14-3231" fmla="*/ 6059169 w 9144000"/>
              <a:gd name="connsiteY14-3232" fmla="*/ 5269934 h 6867525"/>
              <a:gd name="connsiteX15-3233" fmla="*/ 6128705 w 9144000"/>
              <a:gd name="connsiteY15-3234" fmla="*/ 5273411 h 6867525"/>
              <a:gd name="connsiteX16-3235" fmla="*/ 6208670 w 9144000"/>
              <a:gd name="connsiteY16-3236" fmla="*/ 5370760 h 6867525"/>
              <a:gd name="connsiteX17-3237" fmla="*/ 6135658 w 9144000"/>
              <a:gd name="connsiteY17-3238" fmla="*/ 5621091 h 6867525"/>
              <a:gd name="connsiteX18-3239" fmla="*/ 6340790 w 9144000"/>
              <a:gd name="connsiteY18-3240" fmla="*/ 5621091 h 6867525"/>
              <a:gd name="connsiteX19-3241" fmla="*/ 6497246 w 9144000"/>
              <a:gd name="connsiteY19-3242" fmla="*/ 5176060 h 6867525"/>
              <a:gd name="connsiteX20-3243" fmla="*/ 6636466 w 9144000"/>
              <a:gd name="connsiteY20-3244" fmla="*/ 4873617 h 6867525"/>
              <a:gd name="connsiteX21-3245" fmla="*/ 6636319 w 9144000"/>
              <a:gd name="connsiteY21-3246" fmla="*/ 2106040 h 6867525"/>
              <a:gd name="connsiteX22-3247" fmla="*/ 6542445 w 9144000"/>
              <a:gd name="connsiteY22-3248" fmla="*/ 1737498 h 6867525"/>
              <a:gd name="connsiteX23-3249" fmla="*/ 6094701 w 9144000"/>
              <a:gd name="connsiteY23-3250" fmla="*/ 1604868 h 6867525"/>
              <a:gd name="connsiteX24-3251" fmla="*/ 3420273 w 9144000"/>
              <a:gd name="connsiteY24-3252" fmla="*/ 1605380 h 6867525"/>
              <a:gd name="connsiteX25-3253" fmla="*/ 3347260 w 9144000"/>
              <a:gd name="connsiteY25-3254" fmla="*/ 1553228 h 6867525"/>
              <a:gd name="connsiteX26-3255" fmla="*/ 3423750 w 9144000"/>
              <a:gd name="connsiteY26-3256" fmla="*/ 1302898 h 6867525"/>
              <a:gd name="connsiteX27-3257" fmla="*/ 3211664 w 9144000"/>
              <a:gd name="connsiteY27-3258" fmla="*/ 1295944 h 6867525"/>
              <a:gd name="connsiteX28-3259" fmla="*/ 3072592 w 9144000"/>
              <a:gd name="connsiteY28-3260" fmla="*/ 1608857 h 6867525"/>
              <a:gd name="connsiteX29-3261" fmla="*/ 2978718 w 9144000"/>
              <a:gd name="connsiteY29-3262" fmla="*/ 1608857 h 6867525"/>
              <a:gd name="connsiteX30-3263" fmla="*/ 2909714 w 9144000"/>
              <a:gd name="connsiteY30-3264" fmla="*/ 1551658 h 6867525"/>
              <a:gd name="connsiteX31-3265" fmla="*/ 2981649 w 9144000"/>
              <a:gd name="connsiteY31-3266" fmla="*/ 1300258 h 6867525"/>
              <a:gd name="connsiteX32" fmla="*/ 2786802 w 9144000"/>
              <a:gd name="connsiteY32" fmla="*/ 1297438 h 6867525"/>
              <a:gd name="connsiteX0-3267" fmla="*/ 0 w 9144000"/>
              <a:gd name="connsiteY0-3268" fmla="*/ 0 h 6867525"/>
              <a:gd name="connsiteX1-3269" fmla="*/ 9144000 w 9144000"/>
              <a:gd name="connsiteY1-3270" fmla="*/ 0 h 6867525"/>
              <a:gd name="connsiteX2-3271" fmla="*/ 9144000 w 9144000"/>
              <a:gd name="connsiteY2-3272" fmla="*/ 6867525 h 6867525"/>
              <a:gd name="connsiteX3-3273" fmla="*/ 0 w 9144000"/>
              <a:gd name="connsiteY3-3274" fmla="*/ 6867525 h 6867525"/>
              <a:gd name="connsiteX4-3275" fmla="*/ 0 w 9144000"/>
              <a:gd name="connsiteY4-3276" fmla="*/ 0 h 6867525"/>
              <a:gd name="connsiteX5-3277" fmla="*/ 2786802 w 9144000"/>
              <a:gd name="connsiteY5-3278" fmla="*/ 1297438 h 6867525"/>
              <a:gd name="connsiteX6-3279" fmla="*/ 2620608 w 9144000"/>
              <a:gd name="connsiteY6-3280" fmla="*/ 1744452 h 6867525"/>
              <a:gd name="connsiteX7-3281" fmla="*/ 2523257 w 9144000"/>
              <a:gd name="connsiteY7-3282" fmla="*/ 1970444 h 6867525"/>
              <a:gd name="connsiteX8-3283" fmla="*/ 2513691 w 9144000"/>
              <a:gd name="connsiteY8-3284" fmla="*/ 4822298 h 6867525"/>
              <a:gd name="connsiteX9-3285" fmla="*/ 2950904 w 9144000"/>
              <a:gd name="connsiteY9-3286" fmla="*/ 5269933 h 6867525"/>
              <a:gd name="connsiteX10-3287" fmla="*/ 5687151 w 9144000"/>
              <a:gd name="connsiteY10-3288" fmla="*/ 5276887 h 6867525"/>
              <a:gd name="connsiteX11-3289" fmla="*/ 5777546 w 9144000"/>
              <a:gd name="connsiteY11-3290" fmla="*/ 5370760 h 6867525"/>
              <a:gd name="connsiteX12-3291" fmla="*/ 5708012 w 9144000"/>
              <a:gd name="connsiteY12-3292" fmla="*/ 5621090 h 6867525"/>
              <a:gd name="connsiteX13-3293" fmla="*/ 5906189 w 9144000"/>
              <a:gd name="connsiteY13-3294" fmla="*/ 5624568 h 6867525"/>
              <a:gd name="connsiteX14-3295" fmla="*/ 6059169 w 9144000"/>
              <a:gd name="connsiteY14-3296" fmla="*/ 5269934 h 6867525"/>
              <a:gd name="connsiteX15-3297" fmla="*/ 6128705 w 9144000"/>
              <a:gd name="connsiteY15-3298" fmla="*/ 5273411 h 6867525"/>
              <a:gd name="connsiteX16-3299" fmla="*/ 6208670 w 9144000"/>
              <a:gd name="connsiteY16-3300" fmla="*/ 5370760 h 6867525"/>
              <a:gd name="connsiteX17-3301" fmla="*/ 6135658 w 9144000"/>
              <a:gd name="connsiteY17-3302" fmla="*/ 5621091 h 6867525"/>
              <a:gd name="connsiteX18-3303" fmla="*/ 6340790 w 9144000"/>
              <a:gd name="connsiteY18-3304" fmla="*/ 5621091 h 6867525"/>
              <a:gd name="connsiteX19-3305" fmla="*/ 6497246 w 9144000"/>
              <a:gd name="connsiteY19-3306" fmla="*/ 5176060 h 6867525"/>
              <a:gd name="connsiteX20-3307" fmla="*/ 6636466 w 9144000"/>
              <a:gd name="connsiteY20-3308" fmla="*/ 4873617 h 6867525"/>
              <a:gd name="connsiteX21-3309" fmla="*/ 6636319 w 9144000"/>
              <a:gd name="connsiteY21-3310" fmla="*/ 2106040 h 6867525"/>
              <a:gd name="connsiteX22-3311" fmla="*/ 6542445 w 9144000"/>
              <a:gd name="connsiteY22-3312" fmla="*/ 1737498 h 6867525"/>
              <a:gd name="connsiteX23-3313" fmla="*/ 6094701 w 9144000"/>
              <a:gd name="connsiteY23-3314" fmla="*/ 1604868 h 6867525"/>
              <a:gd name="connsiteX24-3315" fmla="*/ 3420273 w 9144000"/>
              <a:gd name="connsiteY24-3316" fmla="*/ 1605380 h 6867525"/>
              <a:gd name="connsiteX25-3317" fmla="*/ 3347260 w 9144000"/>
              <a:gd name="connsiteY25-3318" fmla="*/ 1553228 h 6867525"/>
              <a:gd name="connsiteX26-3319" fmla="*/ 3423750 w 9144000"/>
              <a:gd name="connsiteY26-3320" fmla="*/ 1302898 h 6867525"/>
              <a:gd name="connsiteX27-3321" fmla="*/ 3211664 w 9144000"/>
              <a:gd name="connsiteY27-3322" fmla="*/ 1295944 h 6867525"/>
              <a:gd name="connsiteX28-3323" fmla="*/ 3072592 w 9144000"/>
              <a:gd name="connsiteY28-3324" fmla="*/ 1608857 h 6867525"/>
              <a:gd name="connsiteX29-3325" fmla="*/ 2978718 w 9144000"/>
              <a:gd name="connsiteY29-3326" fmla="*/ 1608857 h 6867525"/>
              <a:gd name="connsiteX30-3327" fmla="*/ 2909714 w 9144000"/>
              <a:gd name="connsiteY30-3328" fmla="*/ 1551658 h 6867525"/>
              <a:gd name="connsiteX31-3329" fmla="*/ 2981649 w 9144000"/>
              <a:gd name="connsiteY31-3330" fmla="*/ 1300258 h 6867525"/>
              <a:gd name="connsiteX32-3331" fmla="*/ 2786802 w 9144000"/>
              <a:gd name="connsiteY32-3332" fmla="*/ 1297438 h 6867525"/>
              <a:gd name="connsiteX0-3333" fmla="*/ 0 w 9144000"/>
              <a:gd name="connsiteY0-3334" fmla="*/ 0 h 6867525"/>
              <a:gd name="connsiteX1-3335" fmla="*/ 9144000 w 9144000"/>
              <a:gd name="connsiteY1-3336" fmla="*/ 0 h 6867525"/>
              <a:gd name="connsiteX2-3337" fmla="*/ 9144000 w 9144000"/>
              <a:gd name="connsiteY2-3338" fmla="*/ 6867525 h 6867525"/>
              <a:gd name="connsiteX3-3339" fmla="*/ 0 w 9144000"/>
              <a:gd name="connsiteY3-3340" fmla="*/ 6867525 h 6867525"/>
              <a:gd name="connsiteX4-3341" fmla="*/ 0 w 9144000"/>
              <a:gd name="connsiteY4-3342" fmla="*/ 0 h 6867525"/>
              <a:gd name="connsiteX5-3343" fmla="*/ 2786802 w 9144000"/>
              <a:gd name="connsiteY5-3344" fmla="*/ 1297438 h 6867525"/>
              <a:gd name="connsiteX6-3345" fmla="*/ 2620608 w 9144000"/>
              <a:gd name="connsiteY6-3346" fmla="*/ 1744452 h 6867525"/>
              <a:gd name="connsiteX7-3347" fmla="*/ 2523257 w 9144000"/>
              <a:gd name="connsiteY7-3348" fmla="*/ 1970444 h 6867525"/>
              <a:gd name="connsiteX8-3349" fmla="*/ 2513691 w 9144000"/>
              <a:gd name="connsiteY8-3350" fmla="*/ 4822298 h 6867525"/>
              <a:gd name="connsiteX9-3351" fmla="*/ 2950904 w 9144000"/>
              <a:gd name="connsiteY9-3352" fmla="*/ 5269933 h 6867525"/>
              <a:gd name="connsiteX10-3353" fmla="*/ 5687151 w 9144000"/>
              <a:gd name="connsiteY10-3354" fmla="*/ 5276887 h 6867525"/>
              <a:gd name="connsiteX11-3355" fmla="*/ 5777546 w 9144000"/>
              <a:gd name="connsiteY11-3356" fmla="*/ 5370760 h 6867525"/>
              <a:gd name="connsiteX12-3357" fmla="*/ 5708012 w 9144000"/>
              <a:gd name="connsiteY12-3358" fmla="*/ 5621090 h 6867525"/>
              <a:gd name="connsiteX13-3359" fmla="*/ 5906189 w 9144000"/>
              <a:gd name="connsiteY13-3360" fmla="*/ 5624568 h 6867525"/>
              <a:gd name="connsiteX14-3361" fmla="*/ 6059169 w 9144000"/>
              <a:gd name="connsiteY14-3362" fmla="*/ 5269934 h 6867525"/>
              <a:gd name="connsiteX15-3363" fmla="*/ 6128705 w 9144000"/>
              <a:gd name="connsiteY15-3364" fmla="*/ 5273411 h 6867525"/>
              <a:gd name="connsiteX16-3365" fmla="*/ 6208670 w 9144000"/>
              <a:gd name="connsiteY16-3366" fmla="*/ 5370760 h 6867525"/>
              <a:gd name="connsiteX17-3367" fmla="*/ 6135658 w 9144000"/>
              <a:gd name="connsiteY17-3368" fmla="*/ 5621091 h 6867525"/>
              <a:gd name="connsiteX18-3369" fmla="*/ 6340790 w 9144000"/>
              <a:gd name="connsiteY18-3370" fmla="*/ 5621091 h 6867525"/>
              <a:gd name="connsiteX19-3371" fmla="*/ 6497246 w 9144000"/>
              <a:gd name="connsiteY19-3372" fmla="*/ 5176060 h 6867525"/>
              <a:gd name="connsiteX20-3373" fmla="*/ 6636466 w 9144000"/>
              <a:gd name="connsiteY20-3374" fmla="*/ 4873617 h 6867525"/>
              <a:gd name="connsiteX21-3375" fmla="*/ 6636319 w 9144000"/>
              <a:gd name="connsiteY21-3376" fmla="*/ 2106040 h 6867525"/>
              <a:gd name="connsiteX22-3377" fmla="*/ 6542445 w 9144000"/>
              <a:gd name="connsiteY22-3378" fmla="*/ 1737498 h 6867525"/>
              <a:gd name="connsiteX23-3379" fmla="*/ 6094701 w 9144000"/>
              <a:gd name="connsiteY23-3380" fmla="*/ 1604868 h 6867525"/>
              <a:gd name="connsiteX24-3381" fmla="*/ 3420273 w 9144000"/>
              <a:gd name="connsiteY24-3382" fmla="*/ 1605380 h 6867525"/>
              <a:gd name="connsiteX25-3383" fmla="*/ 3347260 w 9144000"/>
              <a:gd name="connsiteY25-3384" fmla="*/ 1553228 h 6867525"/>
              <a:gd name="connsiteX26-3385" fmla="*/ 3423750 w 9144000"/>
              <a:gd name="connsiteY26-3386" fmla="*/ 1302898 h 6867525"/>
              <a:gd name="connsiteX27-3387" fmla="*/ 3211664 w 9144000"/>
              <a:gd name="connsiteY27-3388" fmla="*/ 1295944 h 6867525"/>
              <a:gd name="connsiteX28-3389" fmla="*/ 3072592 w 9144000"/>
              <a:gd name="connsiteY28-3390" fmla="*/ 1608857 h 6867525"/>
              <a:gd name="connsiteX29-3391" fmla="*/ 2978718 w 9144000"/>
              <a:gd name="connsiteY29-3392" fmla="*/ 1608857 h 6867525"/>
              <a:gd name="connsiteX30-3393" fmla="*/ 2909714 w 9144000"/>
              <a:gd name="connsiteY30-3394" fmla="*/ 1551658 h 6867525"/>
              <a:gd name="connsiteX31-3395" fmla="*/ 2981649 w 9144000"/>
              <a:gd name="connsiteY31-3396" fmla="*/ 1300258 h 6867525"/>
              <a:gd name="connsiteX32-3397" fmla="*/ 2786802 w 9144000"/>
              <a:gd name="connsiteY32-3398" fmla="*/ 1297438 h 6867525"/>
              <a:gd name="connsiteX0-3399" fmla="*/ 0 w 9144000"/>
              <a:gd name="connsiteY0-3400" fmla="*/ 0 h 6867525"/>
              <a:gd name="connsiteX1-3401" fmla="*/ 9144000 w 9144000"/>
              <a:gd name="connsiteY1-3402" fmla="*/ 0 h 6867525"/>
              <a:gd name="connsiteX2-3403" fmla="*/ 9144000 w 9144000"/>
              <a:gd name="connsiteY2-3404" fmla="*/ 6867525 h 6867525"/>
              <a:gd name="connsiteX3-3405" fmla="*/ 0 w 9144000"/>
              <a:gd name="connsiteY3-3406" fmla="*/ 6867525 h 6867525"/>
              <a:gd name="connsiteX4-3407" fmla="*/ 0 w 9144000"/>
              <a:gd name="connsiteY4-3408" fmla="*/ 0 h 6867525"/>
              <a:gd name="connsiteX5-3409" fmla="*/ 2786802 w 9144000"/>
              <a:gd name="connsiteY5-3410" fmla="*/ 1297438 h 6867525"/>
              <a:gd name="connsiteX6-3411" fmla="*/ 2620608 w 9144000"/>
              <a:gd name="connsiteY6-3412" fmla="*/ 1744452 h 6867525"/>
              <a:gd name="connsiteX7-3413" fmla="*/ 2523257 w 9144000"/>
              <a:gd name="connsiteY7-3414" fmla="*/ 1970444 h 6867525"/>
              <a:gd name="connsiteX8-3415" fmla="*/ 2513691 w 9144000"/>
              <a:gd name="connsiteY8-3416" fmla="*/ 4822298 h 6867525"/>
              <a:gd name="connsiteX9-3417" fmla="*/ 2950904 w 9144000"/>
              <a:gd name="connsiteY9-3418" fmla="*/ 5269933 h 6867525"/>
              <a:gd name="connsiteX10-3419" fmla="*/ 5687151 w 9144000"/>
              <a:gd name="connsiteY10-3420" fmla="*/ 5276887 h 6867525"/>
              <a:gd name="connsiteX11-3421" fmla="*/ 5777546 w 9144000"/>
              <a:gd name="connsiteY11-3422" fmla="*/ 5370760 h 6867525"/>
              <a:gd name="connsiteX12-3423" fmla="*/ 5708012 w 9144000"/>
              <a:gd name="connsiteY12-3424" fmla="*/ 5621090 h 6867525"/>
              <a:gd name="connsiteX13-3425" fmla="*/ 5906189 w 9144000"/>
              <a:gd name="connsiteY13-3426" fmla="*/ 5624568 h 6867525"/>
              <a:gd name="connsiteX14-3427" fmla="*/ 6059169 w 9144000"/>
              <a:gd name="connsiteY14-3428" fmla="*/ 5269934 h 6867525"/>
              <a:gd name="connsiteX15-3429" fmla="*/ 6128705 w 9144000"/>
              <a:gd name="connsiteY15-3430" fmla="*/ 5273411 h 6867525"/>
              <a:gd name="connsiteX16-3431" fmla="*/ 6208670 w 9144000"/>
              <a:gd name="connsiteY16-3432" fmla="*/ 5370760 h 6867525"/>
              <a:gd name="connsiteX17-3433" fmla="*/ 6135658 w 9144000"/>
              <a:gd name="connsiteY17-3434" fmla="*/ 5621091 h 6867525"/>
              <a:gd name="connsiteX18-3435" fmla="*/ 6340790 w 9144000"/>
              <a:gd name="connsiteY18-3436" fmla="*/ 5621091 h 6867525"/>
              <a:gd name="connsiteX19-3437" fmla="*/ 6497246 w 9144000"/>
              <a:gd name="connsiteY19-3438" fmla="*/ 5176060 h 6867525"/>
              <a:gd name="connsiteX20-3439" fmla="*/ 6636466 w 9144000"/>
              <a:gd name="connsiteY20-3440" fmla="*/ 4873617 h 6867525"/>
              <a:gd name="connsiteX21-3441" fmla="*/ 6636319 w 9144000"/>
              <a:gd name="connsiteY21-3442" fmla="*/ 2106040 h 6867525"/>
              <a:gd name="connsiteX22-3443" fmla="*/ 6542445 w 9144000"/>
              <a:gd name="connsiteY22-3444" fmla="*/ 1737498 h 6867525"/>
              <a:gd name="connsiteX23-3445" fmla="*/ 6094701 w 9144000"/>
              <a:gd name="connsiteY23-3446" fmla="*/ 1604868 h 6867525"/>
              <a:gd name="connsiteX24-3447" fmla="*/ 3420273 w 9144000"/>
              <a:gd name="connsiteY24-3448" fmla="*/ 1605380 h 6867525"/>
              <a:gd name="connsiteX25-3449" fmla="*/ 3347260 w 9144000"/>
              <a:gd name="connsiteY25-3450" fmla="*/ 1553228 h 6867525"/>
              <a:gd name="connsiteX26-3451" fmla="*/ 3423750 w 9144000"/>
              <a:gd name="connsiteY26-3452" fmla="*/ 1302898 h 6867525"/>
              <a:gd name="connsiteX27-3453" fmla="*/ 3211664 w 9144000"/>
              <a:gd name="connsiteY27-3454" fmla="*/ 1295944 h 6867525"/>
              <a:gd name="connsiteX28-3455" fmla="*/ 3072592 w 9144000"/>
              <a:gd name="connsiteY28-3456" fmla="*/ 1608857 h 6867525"/>
              <a:gd name="connsiteX29-3457" fmla="*/ 2978718 w 9144000"/>
              <a:gd name="connsiteY29-3458" fmla="*/ 1608857 h 6867525"/>
              <a:gd name="connsiteX30-3459" fmla="*/ 2909714 w 9144000"/>
              <a:gd name="connsiteY30-3460" fmla="*/ 1551658 h 6867525"/>
              <a:gd name="connsiteX31-3461" fmla="*/ 2981649 w 9144000"/>
              <a:gd name="connsiteY31-3462" fmla="*/ 1300258 h 6867525"/>
              <a:gd name="connsiteX32-3463" fmla="*/ 2786802 w 9144000"/>
              <a:gd name="connsiteY32-3464" fmla="*/ 1297438 h 6867525"/>
              <a:gd name="connsiteX0-3465" fmla="*/ 0 w 9144000"/>
              <a:gd name="connsiteY0-3466" fmla="*/ 0 h 6867525"/>
              <a:gd name="connsiteX1-3467" fmla="*/ 9144000 w 9144000"/>
              <a:gd name="connsiteY1-3468" fmla="*/ 0 h 6867525"/>
              <a:gd name="connsiteX2-3469" fmla="*/ 9144000 w 9144000"/>
              <a:gd name="connsiteY2-3470" fmla="*/ 6867525 h 6867525"/>
              <a:gd name="connsiteX3-3471" fmla="*/ 0 w 9144000"/>
              <a:gd name="connsiteY3-3472" fmla="*/ 6867525 h 6867525"/>
              <a:gd name="connsiteX4-3473" fmla="*/ 0 w 9144000"/>
              <a:gd name="connsiteY4-3474" fmla="*/ 0 h 6867525"/>
              <a:gd name="connsiteX5-3475" fmla="*/ 2786802 w 9144000"/>
              <a:gd name="connsiteY5-3476" fmla="*/ 1297438 h 6867525"/>
              <a:gd name="connsiteX6-3477" fmla="*/ 2620608 w 9144000"/>
              <a:gd name="connsiteY6-3478" fmla="*/ 1744452 h 6867525"/>
              <a:gd name="connsiteX7-3479" fmla="*/ 2523257 w 9144000"/>
              <a:gd name="connsiteY7-3480" fmla="*/ 1970444 h 6867525"/>
              <a:gd name="connsiteX8-3481" fmla="*/ 2513691 w 9144000"/>
              <a:gd name="connsiteY8-3482" fmla="*/ 4822298 h 6867525"/>
              <a:gd name="connsiteX9-3483" fmla="*/ 2950904 w 9144000"/>
              <a:gd name="connsiteY9-3484" fmla="*/ 5269933 h 6867525"/>
              <a:gd name="connsiteX10-3485" fmla="*/ 5687151 w 9144000"/>
              <a:gd name="connsiteY10-3486" fmla="*/ 5276887 h 6867525"/>
              <a:gd name="connsiteX11-3487" fmla="*/ 5777546 w 9144000"/>
              <a:gd name="connsiteY11-3488" fmla="*/ 5370760 h 6867525"/>
              <a:gd name="connsiteX12-3489" fmla="*/ 5708012 w 9144000"/>
              <a:gd name="connsiteY12-3490" fmla="*/ 5621090 h 6867525"/>
              <a:gd name="connsiteX13-3491" fmla="*/ 5906189 w 9144000"/>
              <a:gd name="connsiteY13-3492" fmla="*/ 5624568 h 6867525"/>
              <a:gd name="connsiteX14-3493" fmla="*/ 6059169 w 9144000"/>
              <a:gd name="connsiteY14-3494" fmla="*/ 5269934 h 6867525"/>
              <a:gd name="connsiteX15-3495" fmla="*/ 6128705 w 9144000"/>
              <a:gd name="connsiteY15-3496" fmla="*/ 5273411 h 6867525"/>
              <a:gd name="connsiteX16-3497" fmla="*/ 6208670 w 9144000"/>
              <a:gd name="connsiteY16-3498" fmla="*/ 5370760 h 6867525"/>
              <a:gd name="connsiteX17-3499" fmla="*/ 6135658 w 9144000"/>
              <a:gd name="connsiteY17-3500" fmla="*/ 5621091 h 6867525"/>
              <a:gd name="connsiteX18-3501" fmla="*/ 6340790 w 9144000"/>
              <a:gd name="connsiteY18-3502" fmla="*/ 5621091 h 6867525"/>
              <a:gd name="connsiteX19-3503" fmla="*/ 6497246 w 9144000"/>
              <a:gd name="connsiteY19-3504" fmla="*/ 5176060 h 6867525"/>
              <a:gd name="connsiteX20-3505" fmla="*/ 6636466 w 9144000"/>
              <a:gd name="connsiteY20-3506" fmla="*/ 4873617 h 6867525"/>
              <a:gd name="connsiteX21-3507" fmla="*/ 6636319 w 9144000"/>
              <a:gd name="connsiteY21-3508" fmla="*/ 2106040 h 6867525"/>
              <a:gd name="connsiteX22-3509" fmla="*/ 6542445 w 9144000"/>
              <a:gd name="connsiteY22-3510" fmla="*/ 1737498 h 6867525"/>
              <a:gd name="connsiteX23-3511" fmla="*/ 6094701 w 9144000"/>
              <a:gd name="connsiteY23-3512" fmla="*/ 1604868 h 6867525"/>
              <a:gd name="connsiteX24-3513" fmla="*/ 3420273 w 9144000"/>
              <a:gd name="connsiteY24-3514" fmla="*/ 1605380 h 6867525"/>
              <a:gd name="connsiteX25-3515" fmla="*/ 3347260 w 9144000"/>
              <a:gd name="connsiteY25-3516" fmla="*/ 1553228 h 6867525"/>
              <a:gd name="connsiteX26-3517" fmla="*/ 3423750 w 9144000"/>
              <a:gd name="connsiteY26-3518" fmla="*/ 1302898 h 6867525"/>
              <a:gd name="connsiteX27-3519" fmla="*/ 3211664 w 9144000"/>
              <a:gd name="connsiteY27-3520" fmla="*/ 1295944 h 6867525"/>
              <a:gd name="connsiteX28-3521" fmla="*/ 3072592 w 9144000"/>
              <a:gd name="connsiteY28-3522" fmla="*/ 1608857 h 6867525"/>
              <a:gd name="connsiteX29-3523" fmla="*/ 2978718 w 9144000"/>
              <a:gd name="connsiteY29-3524" fmla="*/ 1608857 h 6867525"/>
              <a:gd name="connsiteX30-3525" fmla="*/ 2909714 w 9144000"/>
              <a:gd name="connsiteY30-3526" fmla="*/ 1551658 h 6867525"/>
              <a:gd name="connsiteX31-3527" fmla="*/ 2981649 w 9144000"/>
              <a:gd name="connsiteY31-3528" fmla="*/ 1300258 h 6867525"/>
              <a:gd name="connsiteX32-3529" fmla="*/ 2786802 w 9144000"/>
              <a:gd name="connsiteY32-3530" fmla="*/ 1297438 h 6867525"/>
              <a:gd name="connsiteX0-3531" fmla="*/ 0 w 9144000"/>
              <a:gd name="connsiteY0-3532" fmla="*/ 4664 h 6872189"/>
              <a:gd name="connsiteX1-3533" fmla="*/ 9144000 w 9144000"/>
              <a:gd name="connsiteY1-3534" fmla="*/ 4664 h 6872189"/>
              <a:gd name="connsiteX2-3535" fmla="*/ 9144000 w 9144000"/>
              <a:gd name="connsiteY2-3536" fmla="*/ 6872189 h 6872189"/>
              <a:gd name="connsiteX3-3537" fmla="*/ 0 w 9144000"/>
              <a:gd name="connsiteY3-3538" fmla="*/ 6872189 h 6872189"/>
              <a:gd name="connsiteX4-3539" fmla="*/ 0 w 9144000"/>
              <a:gd name="connsiteY4-3540" fmla="*/ 4664 h 6872189"/>
              <a:gd name="connsiteX5-3541" fmla="*/ 2786802 w 9144000"/>
              <a:gd name="connsiteY5-3542" fmla="*/ 1302102 h 6872189"/>
              <a:gd name="connsiteX6-3543" fmla="*/ 2620608 w 9144000"/>
              <a:gd name="connsiteY6-3544" fmla="*/ 1749116 h 6872189"/>
              <a:gd name="connsiteX7-3545" fmla="*/ 2523257 w 9144000"/>
              <a:gd name="connsiteY7-3546" fmla="*/ 1975108 h 6872189"/>
              <a:gd name="connsiteX8-3547" fmla="*/ 2513691 w 9144000"/>
              <a:gd name="connsiteY8-3548" fmla="*/ 4826962 h 6872189"/>
              <a:gd name="connsiteX9-3549" fmla="*/ 2950904 w 9144000"/>
              <a:gd name="connsiteY9-3550" fmla="*/ 5274597 h 6872189"/>
              <a:gd name="connsiteX10-3551" fmla="*/ 5687151 w 9144000"/>
              <a:gd name="connsiteY10-3552" fmla="*/ 5281551 h 6872189"/>
              <a:gd name="connsiteX11-3553" fmla="*/ 5777546 w 9144000"/>
              <a:gd name="connsiteY11-3554" fmla="*/ 5375424 h 6872189"/>
              <a:gd name="connsiteX12-3555" fmla="*/ 5708012 w 9144000"/>
              <a:gd name="connsiteY12-3556" fmla="*/ 5625754 h 6872189"/>
              <a:gd name="connsiteX13-3557" fmla="*/ 5906189 w 9144000"/>
              <a:gd name="connsiteY13-3558" fmla="*/ 5629232 h 6872189"/>
              <a:gd name="connsiteX14-3559" fmla="*/ 6059169 w 9144000"/>
              <a:gd name="connsiteY14-3560" fmla="*/ 5274598 h 6872189"/>
              <a:gd name="connsiteX15-3561" fmla="*/ 6128705 w 9144000"/>
              <a:gd name="connsiteY15-3562" fmla="*/ 5278075 h 6872189"/>
              <a:gd name="connsiteX16-3563" fmla="*/ 6208670 w 9144000"/>
              <a:gd name="connsiteY16-3564" fmla="*/ 5375424 h 6872189"/>
              <a:gd name="connsiteX17-3565" fmla="*/ 6135658 w 9144000"/>
              <a:gd name="connsiteY17-3566" fmla="*/ 5625755 h 6872189"/>
              <a:gd name="connsiteX18-3567" fmla="*/ 6340790 w 9144000"/>
              <a:gd name="connsiteY18-3568" fmla="*/ 5625755 h 6872189"/>
              <a:gd name="connsiteX19-3569" fmla="*/ 6497246 w 9144000"/>
              <a:gd name="connsiteY19-3570" fmla="*/ 5180724 h 6872189"/>
              <a:gd name="connsiteX20-3571" fmla="*/ 6636466 w 9144000"/>
              <a:gd name="connsiteY20-3572" fmla="*/ 4878281 h 6872189"/>
              <a:gd name="connsiteX21-3573" fmla="*/ 6636319 w 9144000"/>
              <a:gd name="connsiteY21-3574" fmla="*/ 2110704 h 6872189"/>
              <a:gd name="connsiteX22-3575" fmla="*/ 6542445 w 9144000"/>
              <a:gd name="connsiteY22-3576" fmla="*/ 1742162 h 6872189"/>
              <a:gd name="connsiteX23-3577" fmla="*/ 6094701 w 9144000"/>
              <a:gd name="connsiteY23-3578" fmla="*/ 1609532 h 6872189"/>
              <a:gd name="connsiteX24-3579" fmla="*/ 4089666 w 9144000"/>
              <a:gd name="connsiteY24-3580" fmla="*/ 0 h 6872189"/>
              <a:gd name="connsiteX25-3581" fmla="*/ 3347260 w 9144000"/>
              <a:gd name="connsiteY25-3582" fmla="*/ 1557892 h 6872189"/>
              <a:gd name="connsiteX26-3583" fmla="*/ 3423750 w 9144000"/>
              <a:gd name="connsiteY26-3584" fmla="*/ 1307562 h 6872189"/>
              <a:gd name="connsiteX27-3585" fmla="*/ 3211664 w 9144000"/>
              <a:gd name="connsiteY27-3586" fmla="*/ 1300608 h 6872189"/>
              <a:gd name="connsiteX28-3587" fmla="*/ 3072592 w 9144000"/>
              <a:gd name="connsiteY28-3588" fmla="*/ 1613521 h 6872189"/>
              <a:gd name="connsiteX29-3589" fmla="*/ 2978718 w 9144000"/>
              <a:gd name="connsiteY29-3590" fmla="*/ 1613521 h 6872189"/>
              <a:gd name="connsiteX30-3591" fmla="*/ 2909714 w 9144000"/>
              <a:gd name="connsiteY30-3592" fmla="*/ 1556322 h 6872189"/>
              <a:gd name="connsiteX31-3593" fmla="*/ 2981649 w 9144000"/>
              <a:gd name="connsiteY31-3594" fmla="*/ 1304922 h 6872189"/>
              <a:gd name="connsiteX32-3595" fmla="*/ 2786802 w 9144000"/>
              <a:gd name="connsiteY32-3596" fmla="*/ 1302102 h 6872189"/>
              <a:gd name="connsiteX0-3597" fmla="*/ 0 w 9144000"/>
              <a:gd name="connsiteY0-3598" fmla="*/ 4664 h 6872189"/>
              <a:gd name="connsiteX1-3599" fmla="*/ 9144000 w 9144000"/>
              <a:gd name="connsiteY1-3600" fmla="*/ 4664 h 6872189"/>
              <a:gd name="connsiteX2-3601" fmla="*/ 9144000 w 9144000"/>
              <a:gd name="connsiteY2-3602" fmla="*/ 6872189 h 6872189"/>
              <a:gd name="connsiteX3-3603" fmla="*/ 0 w 9144000"/>
              <a:gd name="connsiteY3-3604" fmla="*/ 6872189 h 6872189"/>
              <a:gd name="connsiteX4-3605" fmla="*/ 0 w 9144000"/>
              <a:gd name="connsiteY4-3606" fmla="*/ 4664 h 6872189"/>
              <a:gd name="connsiteX5-3607" fmla="*/ 2786802 w 9144000"/>
              <a:gd name="connsiteY5-3608" fmla="*/ 1302102 h 6872189"/>
              <a:gd name="connsiteX6-3609" fmla="*/ 2620608 w 9144000"/>
              <a:gd name="connsiteY6-3610" fmla="*/ 1749116 h 6872189"/>
              <a:gd name="connsiteX7-3611" fmla="*/ 2523257 w 9144000"/>
              <a:gd name="connsiteY7-3612" fmla="*/ 1975108 h 6872189"/>
              <a:gd name="connsiteX8-3613" fmla="*/ 2513691 w 9144000"/>
              <a:gd name="connsiteY8-3614" fmla="*/ 4826962 h 6872189"/>
              <a:gd name="connsiteX9-3615" fmla="*/ 2950904 w 9144000"/>
              <a:gd name="connsiteY9-3616" fmla="*/ 5274597 h 6872189"/>
              <a:gd name="connsiteX10-3617" fmla="*/ 5687151 w 9144000"/>
              <a:gd name="connsiteY10-3618" fmla="*/ 5281551 h 6872189"/>
              <a:gd name="connsiteX11-3619" fmla="*/ 5777546 w 9144000"/>
              <a:gd name="connsiteY11-3620" fmla="*/ 5375424 h 6872189"/>
              <a:gd name="connsiteX12-3621" fmla="*/ 5708012 w 9144000"/>
              <a:gd name="connsiteY12-3622" fmla="*/ 5625754 h 6872189"/>
              <a:gd name="connsiteX13-3623" fmla="*/ 5906189 w 9144000"/>
              <a:gd name="connsiteY13-3624" fmla="*/ 5629232 h 6872189"/>
              <a:gd name="connsiteX14-3625" fmla="*/ 6059169 w 9144000"/>
              <a:gd name="connsiteY14-3626" fmla="*/ 5274598 h 6872189"/>
              <a:gd name="connsiteX15-3627" fmla="*/ 6128705 w 9144000"/>
              <a:gd name="connsiteY15-3628" fmla="*/ 5278075 h 6872189"/>
              <a:gd name="connsiteX16-3629" fmla="*/ 6208670 w 9144000"/>
              <a:gd name="connsiteY16-3630" fmla="*/ 5375424 h 6872189"/>
              <a:gd name="connsiteX17-3631" fmla="*/ 6135658 w 9144000"/>
              <a:gd name="connsiteY17-3632" fmla="*/ 5625755 h 6872189"/>
              <a:gd name="connsiteX18-3633" fmla="*/ 6340790 w 9144000"/>
              <a:gd name="connsiteY18-3634" fmla="*/ 5625755 h 6872189"/>
              <a:gd name="connsiteX19-3635" fmla="*/ 6497246 w 9144000"/>
              <a:gd name="connsiteY19-3636" fmla="*/ 5180724 h 6872189"/>
              <a:gd name="connsiteX20-3637" fmla="*/ 6636466 w 9144000"/>
              <a:gd name="connsiteY20-3638" fmla="*/ 4878281 h 6872189"/>
              <a:gd name="connsiteX21-3639" fmla="*/ 6636319 w 9144000"/>
              <a:gd name="connsiteY21-3640" fmla="*/ 2110704 h 6872189"/>
              <a:gd name="connsiteX22-3641" fmla="*/ 6542445 w 9144000"/>
              <a:gd name="connsiteY22-3642" fmla="*/ 1742162 h 6872189"/>
              <a:gd name="connsiteX23-3643" fmla="*/ 6094701 w 9144000"/>
              <a:gd name="connsiteY23-3644" fmla="*/ 1609532 h 6872189"/>
              <a:gd name="connsiteX24-3645" fmla="*/ 4089666 w 9144000"/>
              <a:gd name="connsiteY24-3646" fmla="*/ 0 h 6872189"/>
              <a:gd name="connsiteX25-3647" fmla="*/ 3347260 w 9144000"/>
              <a:gd name="connsiteY25-3648" fmla="*/ 1557892 h 6872189"/>
              <a:gd name="connsiteX26-3649" fmla="*/ 3423750 w 9144000"/>
              <a:gd name="connsiteY26-3650" fmla="*/ 1307562 h 6872189"/>
              <a:gd name="connsiteX27-3651" fmla="*/ 3211664 w 9144000"/>
              <a:gd name="connsiteY27-3652" fmla="*/ 1300608 h 6872189"/>
              <a:gd name="connsiteX28-3653" fmla="*/ 3072592 w 9144000"/>
              <a:gd name="connsiteY28-3654" fmla="*/ 1613521 h 6872189"/>
              <a:gd name="connsiteX29-3655" fmla="*/ 2978718 w 9144000"/>
              <a:gd name="connsiteY29-3656" fmla="*/ 1613521 h 6872189"/>
              <a:gd name="connsiteX30-3657" fmla="*/ 2909714 w 9144000"/>
              <a:gd name="connsiteY30-3658" fmla="*/ 1556322 h 6872189"/>
              <a:gd name="connsiteX31-3659" fmla="*/ 2981649 w 9144000"/>
              <a:gd name="connsiteY31-3660" fmla="*/ 1304922 h 6872189"/>
              <a:gd name="connsiteX32-3661" fmla="*/ 2786802 w 9144000"/>
              <a:gd name="connsiteY32-3662" fmla="*/ 1302102 h 6872189"/>
              <a:gd name="connsiteX0-3663" fmla="*/ 0 w 9144000"/>
              <a:gd name="connsiteY0-3664" fmla="*/ 4664 h 6872189"/>
              <a:gd name="connsiteX1-3665" fmla="*/ 9144000 w 9144000"/>
              <a:gd name="connsiteY1-3666" fmla="*/ 4664 h 6872189"/>
              <a:gd name="connsiteX2-3667" fmla="*/ 9144000 w 9144000"/>
              <a:gd name="connsiteY2-3668" fmla="*/ 6872189 h 6872189"/>
              <a:gd name="connsiteX3-3669" fmla="*/ 0 w 9144000"/>
              <a:gd name="connsiteY3-3670" fmla="*/ 6872189 h 6872189"/>
              <a:gd name="connsiteX4-3671" fmla="*/ 0 w 9144000"/>
              <a:gd name="connsiteY4-3672" fmla="*/ 4664 h 6872189"/>
              <a:gd name="connsiteX5-3673" fmla="*/ 2786802 w 9144000"/>
              <a:gd name="connsiteY5-3674" fmla="*/ 1302102 h 6872189"/>
              <a:gd name="connsiteX6-3675" fmla="*/ 2620608 w 9144000"/>
              <a:gd name="connsiteY6-3676" fmla="*/ 1749116 h 6872189"/>
              <a:gd name="connsiteX7-3677" fmla="*/ 2523257 w 9144000"/>
              <a:gd name="connsiteY7-3678" fmla="*/ 1975108 h 6872189"/>
              <a:gd name="connsiteX8-3679" fmla="*/ 2513691 w 9144000"/>
              <a:gd name="connsiteY8-3680" fmla="*/ 4826962 h 6872189"/>
              <a:gd name="connsiteX9-3681" fmla="*/ 2950904 w 9144000"/>
              <a:gd name="connsiteY9-3682" fmla="*/ 5274597 h 6872189"/>
              <a:gd name="connsiteX10-3683" fmla="*/ 5687151 w 9144000"/>
              <a:gd name="connsiteY10-3684" fmla="*/ 5281551 h 6872189"/>
              <a:gd name="connsiteX11-3685" fmla="*/ 5777546 w 9144000"/>
              <a:gd name="connsiteY11-3686" fmla="*/ 5375424 h 6872189"/>
              <a:gd name="connsiteX12-3687" fmla="*/ 5708012 w 9144000"/>
              <a:gd name="connsiteY12-3688" fmla="*/ 5625754 h 6872189"/>
              <a:gd name="connsiteX13-3689" fmla="*/ 5906189 w 9144000"/>
              <a:gd name="connsiteY13-3690" fmla="*/ 5629232 h 6872189"/>
              <a:gd name="connsiteX14-3691" fmla="*/ 6059169 w 9144000"/>
              <a:gd name="connsiteY14-3692" fmla="*/ 5274598 h 6872189"/>
              <a:gd name="connsiteX15-3693" fmla="*/ 6128705 w 9144000"/>
              <a:gd name="connsiteY15-3694" fmla="*/ 5278075 h 6872189"/>
              <a:gd name="connsiteX16-3695" fmla="*/ 6208670 w 9144000"/>
              <a:gd name="connsiteY16-3696" fmla="*/ 5375424 h 6872189"/>
              <a:gd name="connsiteX17-3697" fmla="*/ 6135658 w 9144000"/>
              <a:gd name="connsiteY17-3698" fmla="*/ 5625755 h 6872189"/>
              <a:gd name="connsiteX18-3699" fmla="*/ 6340790 w 9144000"/>
              <a:gd name="connsiteY18-3700" fmla="*/ 5625755 h 6872189"/>
              <a:gd name="connsiteX19-3701" fmla="*/ 6497246 w 9144000"/>
              <a:gd name="connsiteY19-3702" fmla="*/ 5180724 h 6872189"/>
              <a:gd name="connsiteX20-3703" fmla="*/ 6636466 w 9144000"/>
              <a:gd name="connsiteY20-3704" fmla="*/ 4878281 h 6872189"/>
              <a:gd name="connsiteX21-3705" fmla="*/ 6636319 w 9144000"/>
              <a:gd name="connsiteY21-3706" fmla="*/ 2110704 h 6872189"/>
              <a:gd name="connsiteX22-3707" fmla="*/ 6542445 w 9144000"/>
              <a:gd name="connsiteY22-3708" fmla="*/ 1742162 h 6872189"/>
              <a:gd name="connsiteX23-3709" fmla="*/ 6094701 w 9144000"/>
              <a:gd name="connsiteY23-3710" fmla="*/ 1609532 h 6872189"/>
              <a:gd name="connsiteX24-3711" fmla="*/ 4089666 w 9144000"/>
              <a:gd name="connsiteY24-3712" fmla="*/ 0 h 6872189"/>
              <a:gd name="connsiteX25-3713" fmla="*/ 3439138 w 9144000"/>
              <a:gd name="connsiteY25-3714" fmla="*/ 674118 h 6872189"/>
              <a:gd name="connsiteX26-3715" fmla="*/ 3423750 w 9144000"/>
              <a:gd name="connsiteY26-3716" fmla="*/ 1307562 h 6872189"/>
              <a:gd name="connsiteX27-3717" fmla="*/ 3211664 w 9144000"/>
              <a:gd name="connsiteY27-3718" fmla="*/ 1300608 h 6872189"/>
              <a:gd name="connsiteX28-3719" fmla="*/ 3072592 w 9144000"/>
              <a:gd name="connsiteY28-3720" fmla="*/ 1613521 h 6872189"/>
              <a:gd name="connsiteX29-3721" fmla="*/ 2978718 w 9144000"/>
              <a:gd name="connsiteY29-3722" fmla="*/ 1613521 h 6872189"/>
              <a:gd name="connsiteX30-3723" fmla="*/ 2909714 w 9144000"/>
              <a:gd name="connsiteY30-3724" fmla="*/ 1556322 h 6872189"/>
              <a:gd name="connsiteX31-3725" fmla="*/ 2981649 w 9144000"/>
              <a:gd name="connsiteY31-3726" fmla="*/ 1304922 h 6872189"/>
              <a:gd name="connsiteX32-3727" fmla="*/ 2786802 w 9144000"/>
              <a:gd name="connsiteY32-3728" fmla="*/ 1302102 h 6872189"/>
              <a:gd name="connsiteX0-3729" fmla="*/ 0 w 9144000"/>
              <a:gd name="connsiteY0-3730" fmla="*/ 4664 h 6872189"/>
              <a:gd name="connsiteX1-3731" fmla="*/ 9144000 w 9144000"/>
              <a:gd name="connsiteY1-3732" fmla="*/ 4664 h 6872189"/>
              <a:gd name="connsiteX2-3733" fmla="*/ 9144000 w 9144000"/>
              <a:gd name="connsiteY2-3734" fmla="*/ 6872189 h 6872189"/>
              <a:gd name="connsiteX3-3735" fmla="*/ 0 w 9144000"/>
              <a:gd name="connsiteY3-3736" fmla="*/ 6872189 h 6872189"/>
              <a:gd name="connsiteX4-3737" fmla="*/ 0 w 9144000"/>
              <a:gd name="connsiteY4-3738" fmla="*/ 4664 h 6872189"/>
              <a:gd name="connsiteX5-3739" fmla="*/ 2786802 w 9144000"/>
              <a:gd name="connsiteY5-3740" fmla="*/ 1302102 h 6872189"/>
              <a:gd name="connsiteX6-3741" fmla="*/ 2620608 w 9144000"/>
              <a:gd name="connsiteY6-3742" fmla="*/ 1749116 h 6872189"/>
              <a:gd name="connsiteX7-3743" fmla="*/ 2523257 w 9144000"/>
              <a:gd name="connsiteY7-3744" fmla="*/ 1975108 h 6872189"/>
              <a:gd name="connsiteX8-3745" fmla="*/ 2513691 w 9144000"/>
              <a:gd name="connsiteY8-3746" fmla="*/ 4826962 h 6872189"/>
              <a:gd name="connsiteX9-3747" fmla="*/ 2950904 w 9144000"/>
              <a:gd name="connsiteY9-3748" fmla="*/ 5274597 h 6872189"/>
              <a:gd name="connsiteX10-3749" fmla="*/ 5687151 w 9144000"/>
              <a:gd name="connsiteY10-3750" fmla="*/ 5281551 h 6872189"/>
              <a:gd name="connsiteX11-3751" fmla="*/ 5777546 w 9144000"/>
              <a:gd name="connsiteY11-3752" fmla="*/ 5375424 h 6872189"/>
              <a:gd name="connsiteX12-3753" fmla="*/ 5708012 w 9144000"/>
              <a:gd name="connsiteY12-3754" fmla="*/ 5625754 h 6872189"/>
              <a:gd name="connsiteX13-3755" fmla="*/ 5906189 w 9144000"/>
              <a:gd name="connsiteY13-3756" fmla="*/ 5629232 h 6872189"/>
              <a:gd name="connsiteX14-3757" fmla="*/ 6059169 w 9144000"/>
              <a:gd name="connsiteY14-3758" fmla="*/ 5274598 h 6872189"/>
              <a:gd name="connsiteX15-3759" fmla="*/ 6128705 w 9144000"/>
              <a:gd name="connsiteY15-3760" fmla="*/ 5278075 h 6872189"/>
              <a:gd name="connsiteX16-3761" fmla="*/ 6208670 w 9144000"/>
              <a:gd name="connsiteY16-3762" fmla="*/ 5375424 h 6872189"/>
              <a:gd name="connsiteX17-3763" fmla="*/ 6135658 w 9144000"/>
              <a:gd name="connsiteY17-3764" fmla="*/ 5625755 h 6872189"/>
              <a:gd name="connsiteX18-3765" fmla="*/ 6340790 w 9144000"/>
              <a:gd name="connsiteY18-3766" fmla="*/ 5625755 h 6872189"/>
              <a:gd name="connsiteX19-3767" fmla="*/ 6497246 w 9144000"/>
              <a:gd name="connsiteY19-3768" fmla="*/ 5180724 h 6872189"/>
              <a:gd name="connsiteX20-3769" fmla="*/ 6636466 w 9144000"/>
              <a:gd name="connsiteY20-3770" fmla="*/ 4878281 h 6872189"/>
              <a:gd name="connsiteX21-3771" fmla="*/ 6636319 w 9144000"/>
              <a:gd name="connsiteY21-3772" fmla="*/ 2110704 h 6872189"/>
              <a:gd name="connsiteX22-3773" fmla="*/ 6542445 w 9144000"/>
              <a:gd name="connsiteY22-3774" fmla="*/ 1742162 h 6872189"/>
              <a:gd name="connsiteX23-3775" fmla="*/ 6094701 w 9144000"/>
              <a:gd name="connsiteY23-3776" fmla="*/ 1609532 h 6872189"/>
              <a:gd name="connsiteX24-3777" fmla="*/ 4089666 w 9144000"/>
              <a:gd name="connsiteY24-3778" fmla="*/ 0 h 6872189"/>
              <a:gd name="connsiteX25-3779" fmla="*/ 3439138 w 9144000"/>
              <a:gd name="connsiteY25-3780" fmla="*/ 674118 h 6872189"/>
              <a:gd name="connsiteX26-3781" fmla="*/ 3423750 w 9144000"/>
              <a:gd name="connsiteY26-3782" fmla="*/ 1307562 h 6872189"/>
              <a:gd name="connsiteX27-3783" fmla="*/ 3211664 w 9144000"/>
              <a:gd name="connsiteY27-3784" fmla="*/ 1300608 h 6872189"/>
              <a:gd name="connsiteX28-3785" fmla="*/ 3072592 w 9144000"/>
              <a:gd name="connsiteY28-3786" fmla="*/ 1613521 h 6872189"/>
              <a:gd name="connsiteX29-3787" fmla="*/ 2978718 w 9144000"/>
              <a:gd name="connsiteY29-3788" fmla="*/ 1613521 h 6872189"/>
              <a:gd name="connsiteX30-3789" fmla="*/ 2909714 w 9144000"/>
              <a:gd name="connsiteY30-3790" fmla="*/ 1556322 h 6872189"/>
              <a:gd name="connsiteX31-3791" fmla="*/ 2981649 w 9144000"/>
              <a:gd name="connsiteY31-3792" fmla="*/ 1304922 h 6872189"/>
              <a:gd name="connsiteX32-3793" fmla="*/ 2786802 w 9144000"/>
              <a:gd name="connsiteY32-3794" fmla="*/ 1302102 h 6872189"/>
              <a:gd name="connsiteX0-3795" fmla="*/ 0 w 9144000"/>
              <a:gd name="connsiteY0-3796" fmla="*/ 0 h 6867525"/>
              <a:gd name="connsiteX1-3797" fmla="*/ 9144000 w 9144000"/>
              <a:gd name="connsiteY1-3798" fmla="*/ 0 h 6867525"/>
              <a:gd name="connsiteX2-3799" fmla="*/ 9144000 w 9144000"/>
              <a:gd name="connsiteY2-3800" fmla="*/ 6867525 h 6867525"/>
              <a:gd name="connsiteX3-3801" fmla="*/ 0 w 9144000"/>
              <a:gd name="connsiteY3-3802" fmla="*/ 6867525 h 6867525"/>
              <a:gd name="connsiteX4-3803" fmla="*/ 0 w 9144000"/>
              <a:gd name="connsiteY4-3804" fmla="*/ 0 h 6867525"/>
              <a:gd name="connsiteX5-3805" fmla="*/ 2786802 w 9144000"/>
              <a:gd name="connsiteY5-3806" fmla="*/ 1297438 h 6867525"/>
              <a:gd name="connsiteX6-3807" fmla="*/ 2620608 w 9144000"/>
              <a:gd name="connsiteY6-3808" fmla="*/ 1744452 h 6867525"/>
              <a:gd name="connsiteX7-3809" fmla="*/ 2523257 w 9144000"/>
              <a:gd name="connsiteY7-3810" fmla="*/ 1970444 h 6867525"/>
              <a:gd name="connsiteX8-3811" fmla="*/ 2513691 w 9144000"/>
              <a:gd name="connsiteY8-3812" fmla="*/ 4822298 h 6867525"/>
              <a:gd name="connsiteX9-3813" fmla="*/ 2950904 w 9144000"/>
              <a:gd name="connsiteY9-3814" fmla="*/ 5269933 h 6867525"/>
              <a:gd name="connsiteX10-3815" fmla="*/ 5687151 w 9144000"/>
              <a:gd name="connsiteY10-3816" fmla="*/ 5276887 h 6867525"/>
              <a:gd name="connsiteX11-3817" fmla="*/ 5777546 w 9144000"/>
              <a:gd name="connsiteY11-3818" fmla="*/ 5370760 h 6867525"/>
              <a:gd name="connsiteX12-3819" fmla="*/ 5708012 w 9144000"/>
              <a:gd name="connsiteY12-3820" fmla="*/ 5621090 h 6867525"/>
              <a:gd name="connsiteX13-3821" fmla="*/ 5906189 w 9144000"/>
              <a:gd name="connsiteY13-3822" fmla="*/ 5624568 h 6867525"/>
              <a:gd name="connsiteX14-3823" fmla="*/ 6059169 w 9144000"/>
              <a:gd name="connsiteY14-3824" fmla="*/ 5269934 h 6867525"/>
              <a:gd name="connsiteX15-3825" fmla="*/ 6128705 w 9144000"/>
              <a:gd name="connsiteY15-3826" fmla="*/ 5273411 h 6867525"/>
              <a:gd name="connsiteX16-3827" fmla="*/ 6208670 w 9144000"/>
              <a:gd name="connsiteY16-3828" fmla="*/ 5370760 h 6867525"/>
              <a:gd name="connsiteX17-3829" fmla="*/ 6135658 w 9144000"/>
              <a:gd name="connsiteY17-3830" fmla="*/ 5621091 h 6867525"/>
              <a:gd name="connsiteX18-3831" fmla="*/ 6340790 w 9144000"/>
              <a:gd name="connsiteY18-3832" fmla="*/ 5621091 h 6867525"/>
              <a:gd name="connsiteX19-3833" fmla="*/ 6497246 w 9144000"/>
              <a:gd name="connsiteY19-3834" fmla="*/ 5176060 h 6867525"/>
              <a:gd name="connsiteX20-3835" fmla="*/ 6636466 w 9144000"/>
              <a:gd name="connsiteY20-3836" fmla="*/ 4873617 h 6867525"/>
              <a:gd name="connsiteX21-3837" fmla="*/ 6636319 w 9144000"/>
              <a:gd name="connsiteY21-3838" fmla="*/ 2106040 h 6867525"/>
              <a:gd name="connsiteX22-3839" fmla="*/ 6542445 w 9144000"/>
              <a:gd name="connsiteY22-3840" fmla="*/ 1737498 h 6867525"/>
              <a:gd name="connsiteX23-3841" fmla="*/ 6094701 w 9144000"/>
              <a:gd name="connsiteY23-3842" fmla="*/ 1604868 h 6867525"/>
              <a:gd name="connsiteX24-3843" fmla="*/ 4089666 w 9144000"/>
              <a:gd name="connsiteY24-3844" fmla="*/ 8461 h 6867525"/>
              <a:gd name="connsiteX25-3845" fmla="*/ 3439138 w 9144000"/>
              <a:gd name="connsiteY25-3846" fmla="*/ 669454 h 6867525"/>
              <a:gd name="connsiteX26-3847" fmla="*/ 3423750 w 9144000"/>
              <a:gd name="connsiteY26-3848" fmla="*/ 1302898 h 6867525"/>
              <a:gd name="connsiteX27-3849" fmla="*/ 3211664 w 9144000"/>
              <a:gd name="connsiteY27-3850" fmla="*/ 1295944 h 6867525"/>
              <a:gd name="connsiteX28-3851" fmla="*/ 3072592 w 9144000"/>
              <a:gd name="connsiteY28-3852" fmla="*/ 1608857 h 6867525"/>
              <a:gd name="connsiteX29-3853" fmla="*/ 2978718 w 9144000"/>
              <a:gd name="connsiteY29-3854" fmla="*/ 1608857 h 6867525"/>
              <a:gd name="connsiteX30-3855" fmla="*/ 2909714 w 9144000"/>
              <a:gd name="connsiteY30-3856" fmla="*/ 1551658 h 6867525"/>
              <a:gd name="connsiteX31-3857" fmla="*/ 2981649 w 9144000"/>
              <a:gd name="connsiteY31-3858" fmla="*/ 1300258 h 6867525"/>
              <a:gd name="connsiteX32-3859" fmla="*/ 2786802 w 9144000"/>
              <a:gd name="connsiteY32-3860" fmla="*/ 1297438 h 6867525"/>
              <a:gd name="connsiteX0-3861" fmla="*/ 0 w 9144000"/>
              <a:gd name="connsiteY0-3862" fmla="*/ 0 h 6867525"/>
              <a:gd name="connsiteX1-3863" fmla="*/ 9144000 w 9144000"/>
              <a:gd name="connsiteY1-3864" fmla="*/ 0 h 6867525"/>
              <a:gd name="connsiteX2-3865" fmla="*/ 9144000 w 9144000"/>
              <a:gd name="connsiteY2-3866" fmla="*/ 6867525 h 6867525"/>
              <a:gd name="connsiteX3-3867" fmla="*/ 0 w 9144000"/>
              <a:gd name="connsiteY3-3868" fmla="*/ 6867525 h 6867525"/>
              <a:gd name="connsiteX4-3869" fmla="*/ 0 w 9144000"/>
              <a:gd name="connsiteY4-3870" fmla="*/ 0 h 6867525"/>
              <a:gd name="connsiteX5-3871" fmla="*/ 2244287 w 9144000"/>
              <a:gd name="connsiteY5-3872" fmla="*/ 1332439 h 6867525"/>
              <a:gd name="connsiteX6-3873" fmla="*/ 2620608 w 9144000"/>
              <a:gd name="connsiteY6-3874" fmla="*/ 1744452 h 6867525"/>
              <a:gd name="connsiteX7-3875" fmla="*/ 2523257 w 9144000"/>
              <a:gd name="connsiteY7-3876" fmla="*/ 1970444 h 6867525"/>
              <a:gd name="connsiteX8-3877" fmla="*/ 2513691 w 9144000"/>
              <a:gd name="connsiteY8-3878" fmla="*/ 4822298 h 6867525"/>
              <a:gd name="connsiteX9-3879" fmla="*/ 2950904 w 9144000"/>
              <a:gd name="connsiteY9-3880" fmla="*/ 5269933 h 6867525"/>
              <a:gd name="connsiteX10-3881" fmla="*/ 5687151 w 9144000"/>
              <a:gd name="connsiteY10-3882" fmla="*/ 5276887 h 6867525"/>
              <a:gd name="connsiteX11-3883" fmla="*/ 5777546 w 9144000"/>
              <a:gd name="connsiteY11-3884" fmla="*/ 5370760 h 6867525"/>
              <a:gd name="connsiteX12-3885" fmla="*/ 5708012 w 9144000"/>
              <a:gd name="connsiteY12-3886" fmla="*/ 5621090 h 6867525"/>
              <a:gd name="connsiteX13-3887" fmla="*/ 5906189 w 9144000"/>
              <a:gd name="connsiteY13-3888" fmla="*/ 5624568 h 6867525"/>
              <a:gd name="connsiteX14-3889" fmla="*/ 6059169 w 9144000"/>
              <a:gd name="connsiteY14-3890" fmla="*/ 5269934 h 6867525"/>
              <a:gd name="connsiteX15-3891" fmla="*/ 6128705 w 9144000"/>
              <a:gd name="connsiteY15-3892" fmla="*/ 5273411 h 6867525"/>
              <a:gd name="connsiteX16-3893" fmla="*/ 6208670 w 9144000"/>
              <a:gd name="connsiteY16-3894" fmla="*/ 5370760 h 6867525"/>
              <a:gd name="connsiteX17-3895" fmla="*/ 6135658 w 9144000"/>
              <a:gd name="connsiteY17-3896" fmla="*/ 5621091 h 6867525"/>
              <a:gd name="connsiteX18-3897" fmla="*/ 6340790 w 9144000"/>
              <a:gd name="connsiteY18-3898" fmla="*/ 5621091 h 6867525"/>
              <a:gd name="connsiteX19-3899" fmla="*/ 6497246 w 9144000"/>
              <a:gd name="connsiteY19-3900" fmla="*/ 5176060 h 6867525"/>
              <a:gd name="connsiteX20-3901" fmla="*/ 6636466 w 9144000"/>
              <a:gd name="connsiteY20-3902" fmla="*/ 4873617 h 6867525"/>
              <a:gd name="connsiteX21-3903" fmla="*/ 6636319 w 9144000"/>
              <a:gd name="connsiteY21-3904" fmla="*/ 2106040 h 6867525"/>
              <a:gd name="connsiteX22-3905" fmla="*/ 6542445 w 9144000"/>
              <a:gd name="connsiteY22-3906" fmla="*/ 1737498 h 6867525"/>
              <a:gd name="connsiteX23-3907" fmla="*/ 6094701 w 9144000"/>
              <a:gd name="connsiteY23-3908" fmla="*/ 1604868 h 6867525"/>
              <a:gd name="connsiteX24-3909" fmla="*/ 4089666 w 9144000"/>
              <a:gd name="connsiteY24-3910" fmla="*/ 8461 h 6867525"/>
              <a:gd name="connsiteX25-3911" fmla="*/ 3439138 w 9144000"/>
              <a:gd name="connsiteY25-3912" fmla="*/ 669454 h 6867525"/>
              <a:gd name="connsiteX26-3913" fmla="*/ 3423750 w 9144000"/>
              <a:gd name="connsiteY26-3914" fmla="*/ 1302898 h 6867525"/>
              <a:gd name="connsiteX27-3915" fmla="*/ 3211664 w 9144000"/>
              <a:gd name="connsiteY27-3916" fmla="*/ 1295944 h 6867525"/>
              <a:gd name="connsiteX28-3917" fmla="*/ 3072592 w 9144000"/>
              <a:gd name="connsiteY28-3918" fmla="*/ 1608857 h 6867525"/>
              <a:gd name="connsiteX29-3919" fmla="*/ 2978718 w 9144000"/>
              <a:gd name="connsiteY29-3920" fmla="*/ 1608857 h 6867525"/>
              <a:gd name="connsiteX30-3921" fmla="*/ 2909714 w 9144000"/>
              <a:gd name="connsiteY30-3922" fmla="*/ 1551658 h 6867525"/>
              <a:gd name="connsiteX31-3923" fmla="*/ 2981649 w 9144000"/>
              <a:gd name="connsiteY31-3924" fmla="*/ 1300258 h 6867525"/>
              <a:gd name="connsiteX32-3925" fmla="*/ 2244287 w 9144000"/>
              <a:gd name="connsiteY32-3926" fmla="*/ 1332439 h 6867525"/>
              <a:gd name="connsiteX0-3927" fmla="*/ 0 w 9144000"/>
              <a:gd name="connsiteY0-3928" fmla="*/ 0 h 6867525"/>
              <a:gd name="connsiteX1-3929" fmla="*/ 9144000 w 9144000"/>
              <a:gd name="connsiteY1-3930" fmla="*/ 0 h 6867525"/>
              <a:gd name="connsiteX2-3931" fmla="*/ 9144000 w 9144000"/>
              <a:gd name="connsiteY2-3932" fmla="*/ 6867525 h 6867525"/>
              <a:gd name="connsiteX3-3933" fmla="*/ 0 w 9144000"/>
              <a:gd name="connsiteY3-3934" fmla="*/ 6867525 h 6867525"/>
              <a:gd name="connsiteX4-3935" fmla="*/ 0 w 9144000"/>
              <a:gd name="connsiteY4-3936" fmla="*/ 0 h 6867525"/>
              <a:gd name="connsiteX5-3937" fmla="*/ 2244287 w 9144000"/>
              <a:gd name="connsiteY5-3938" fmla="*/ 1332439 h 6867525"/>
              <a:gd name="connsiteX6-3939" fmla="*/ 2620608 w 9144000"/>
              <a:gd name="connsiteY6-3940" fmla="*/ 1744452 h 6867525"/>
              <a:gd name="connsiteX7-3941" fmla="*/ 2523257 w 9144000"/>
              <a:gd name="connsiteY7-3942" fmla="*/ 1970444 h 6867525"/>
              <a:gd name="connsiteX8-3943" fmla="*/ 2513691 w 9144000"/>
              <a:gd name="connsiteY8-3944" fmla="*/ 4822298 h 6867525"/>
              <a:gd name="connsiteX9-3945" fmla="*/ 2950904 w 9144000"/>
              <a:gd name="connsiteY9-3946" fmla="*/ 5269933 h 6867525"/>
              <a:gd name="connsiteX10-3947" fmla="*/ 5687151 w 9144000"/>
              <a:gd name="connsiteY10-3948" fmla="*/ 5276887 h 6867525"/>
              <a:gd name="connsiteX11-3949" fmla="*/ 5777546 w 9144000"/>
              <a:gd name="connsiteY11-3950" fmla="*/ 5370760 h 6867525"/>
              <a:gd name="connsiteX12-3951" fmla="*/ 5708012 w 9144000"/>
              <a:gd name="connsiteY12-3952" fmla="*/ 5621090 h 6867525"/>
              <a:gd name="connsiteX13-3953" fmla="*/ 5906189 w 9144000"/>
              <a:gd name="connsiteY13-3954" fmla="*/ 5624568 h 6867525"/>
              <a:gd name="connsiteX14-3955" fmla="*/ 6059169 w 9144000"/>
              <a:gd name="connsiteY14-3956" fmla="*/ 5269934 h 6867525"/>
              <a:gd name="connsiteX15-3957" fmla="*/ 6128705 w 9144000"/>
              <a:gd name="connsiteY15-3958" fmla="*/ 5273411 h 6867525"/>
              <a:gd name="connsiteX16-3959" fmla="*/ 6208670 w 9144000"/>
              <a:gd name="connsiteY16-3960" fmla="*/ 5370760 h 6867525"/>
              <a:gd name="connsiteX17-3961" fmla="*/ 6135658 w 9144000"/>
              <a:gd name="connsiteY17-3962" fmla="*/ 5621091 h 6867525"/>
              <a:gd name="connsiteX18-3963" fmla="*/ 6340790 w 9144000"/>
              <a:gd name="connsiteY18-3964" fmla="*/ 5621091 h 6867525"/>
              <a:gd name="connsiteX19-3965" fmla="*/ 6497246 w 9144000"/>
              <a:gd name="connsiteY19-3966" fmla="*/ 5176060 h 6867525"/>
              <a:gd name="connsiteX20-3967" fmla="*/ 6636466 w 9144000"/>
              <a:gd name="connsiteY20-3968" fmla="*/ 4873617 h 6867525"/>
              <a:gd name="connsiteX21-3969" fmla="*/ 6636319 w 9144000"/>
              <a:gd name="connsiteY21-3970" fmla="*/ 2106040 h 6867525"/>
              <a:gd name="connsiteX22-3971" fmla="*/ 6542445 w 9144000"/>
              <a:gd name="connsiteY22-3972" fmla="*/ 1737498 h 6867525"/>
              <a:gd name="connsiteX23-3973" fmla="*/ 6094701 w 9144000"/>
              <a:gd name="connsiteY23-3974" fmla="*/ 1604868 h 6867525"/>
              <a:gd name="connsiteX24-3975" fmla="*/ 4089666 w 9144000"/>
              <a:gd name="connsiteY24-3976" fmla="*/ 8461 h 6867525"/>
              <a:gd name="connsiteX25-3977" fmla="*/ 3439138 w 9144000"/>
              <a:gd name="connsiteY25-3978" fmla="*/ 669454 h 6867525"/>
              <a:gd name="connsiteX26-3979" fmla="*/ 3423750 w 9144000"/>
              <a:gd name="connsiteY26-3980" fmla="*/ 1302898 h 6867525"/>
              <a:gd name="connsiteX27-3981" fmla="*/ 3211664 w 9144000"/>
              <a:gd name="connsiteY27-3982" fmla="*/ 1295944 h 6867525"/>
              <a:gd name="connsiteX28-3983" fmla="*/ 3072592 w 9144000"/>
              <a:gd name="connsiteY28-3984" fmla="*/ 1608857 h 6867525"/>
              <a:gd name="connsiteX29-3985" fmla="*/ 2978718 w 9144000"/>
              <a:gd name="connsiteY29-3986" fmla="*/ 1608857 h 6867525"/>
              <a:gd name="connsiteX30-3987" fmla="*/ 2909714 w 9144000"/>
              <a:gd name="connsiteY30-3988" fmla="*/ 1551658 h 6867525"/>
              <a:gd name="connsiteX31-3989" fmla="*/ 2443510 w 9144000"/>
              <a:gd name="connsiteY31-3990" fmla="*/ 1348385 h 6867525"/>
              <a:gd name="connsiteX32-3991" fmla="*/ 2244287 w 9144000"/>
              <a:gd name="connsiteY32-3992" fmla="*/ 1332439 h 6867525"/>
              <a:gd name="connsiteX0-3993" fmla="*/ 0 w 9144000"/>
              <a:gd name="connsiteY0-3994" fmla="*/ 0 h 6867525"/>
              <a:gd name="connsiteX1-3995" fmla="*/ 9144000 w 9144000"/>
              <a:gd name="connsiteY1-3996" fmla="*/ 0 h 6867525"/>
              <a:gd name="connsiteX2-3997" fmla="*/ 9144000 w 9144000"/>
              <a:gd name="connsiteY2-3998" fmla="*/ 6867525 h 6867525"/>
              <a:gd name="connsiteX3-3999" fmla="*/ 0 w 9144000"/>
              <a:gd name="connsiteY3-4000" fmla="*/ 6867525 h 6867525"/>
              <a:gd name="connsiteX4-4001" fmla="*/ 0 w 9144000"/>
              <a:gd name="connsiteY4-4002" fmla="*/ 0 h 6867525"/>
              <a:gd name="connsiteX5-4003" fmla="*/ 2244287 w 9144000"/>
              <a:gd name="connsiteY5-4004" fmla="*/ 1332439 h 6867525"/>
              <a:gd name="connsiteX6-4005" fmla="*/ 2091218 w 9144000"/>
              <a:gd name="connsiteY6-4006" fmla="*/ 1696326 h 6867525"/>
              <a:gd name="connsiteX7-4007" fmla="*/ 2523257 w 9144000"/>
              <a:gd name="connsiteY7-4008" fmla="*/ 1970444 h 6867525"/>
              <a:gd name="connsiteX8-4009" fmla="*/ 2513691 w 9144000"/>
              <a:gd name="connsiteY8-4010" fmla="*/ 4822298 h 6867525"/>
              <a:gd name="connsiteX9-4011" fmla="*/ 2950904 w 9144000"/>
              <a:gd name="connsiteY9-4012" fmla="*/ 5269933 h 6867525"/>
              <a:gd name="connsiteX10-4013" fmla="*/ 5687151 w 9144000"/>
              <a:gd name="connsiteY10-4014" fmla="*/ 5276887 h 6867525"/>
              <a:gd name="connsiteX11-4015" fmla="*/ 5777546 w 9144000"/>
              <a:gd name="connsiteY11-4016" fmla="*/ 5370760 h 6867525"/>
              <a:gd name="connsiteX12-4017" fmla="*/ 5708012 w 9144000"/>
              <a:gd name="connsiteY12-4018" fmla="*/ 5621090 h 6867525"/>
              <a:gd name="connsiteX13-4019" fmla="*/ 5906189 w 9144000"/>
              <a:gd name="connsiteY13-4020" fmla="*/ 5624568 h 6867525"/>
              <a:gd name="connsiteX14-4021" fmla="*/ 6059169 w 9144000"/>
              <a:gd name="connsiteY14-4022" fmla="*/ 5269934 h 6867525"/>
              <a:gd name="connsiteX15-4023" fmla="*/ 6128705 w 9144000"/>
              <a:gd name="connsiteY15-4024" fmla="*/ 5273411 h 6867525"/>
              <a:gd name="connsiteX16-4025" fmla="*/ 6208670 w 9144000"/>
              <a:gd name="connsiteY16-4026" fmla="*/ 5370760 h 6867525"/>
              <a:gd name="connsiteX17-4027" fmla="*/ 6135658 w 9144000"/>
              <a:gd name="connsiteY17-4028" fmla="*/ 5621091 h 6867525"/>
              <a:gd name="connsiteX18-4029" fmla="*/ 6340790 w 9144000"/>
              <a:gd name="connsiteY18-4030" fmla="*/ 5621091 h 6867525"/>
              <a:gd name="connsiteX19-4031" fmla="*/ 6497246 w 9144000"/>
              <a:gd name="connsiteY19-4032" fmla="*/ 5176060 h 6867525"/>
              <a:gd name="connsiteX20-4033" fmla="*/ 6636466 w 9144000"/>
              <a:gd name="connsiteY20-4034" fmla="*/ 4873617 h 6867525"/>
              <a:gd name="connsiteX21-4035" fmla="*/ 6636319 w 9144000"/>
              <a:gd name="connsiteY21-4036" fmla="*/ 2106040 h 6867525"/>
              <a:gd name="connsiteX22-4037" fmla="*/ 6542445 w 9144000"/>
              <a:gd name="connsiteY22-4038" fmla="*/ 1737498 h 6867525"/>
              <a:gd name="connsiteX23-4039" fmla="*/ 6094701 w 9144000"/>
              <a:gd name="connsiteY23-4040" fmla="*/ 1604868 h 6867525"/>
              <a:gd name="connsiteX24-4041" fmla="*/ 4089666 w 9144000"/>
              <a:gd name="connsiteY24-4042" fmla="*/ 8461 h 6867525"/>
              <a:gd name="connsiteX25-4043" fmla="*/ 3439138 w 9144000"/>
              <a:gd name="connsiteY25-4044" fmla="*/ 669454 h 6867525"/>
              <a:gd name="connsiteX26-4045" fmla="*/ 3423750 w 9144000"/>
              <a:gd name="connsiteY26-4046" fmla="*/ 1302898 h 6867525"/>
              <a:gd name="connsiteX27-4047" fmla="*/ 3211664 w 9144000"/>
              <a:gd name="connsiteY27-4048" fmla="*/ 1295944 h 6867525"/>
              <a:gd name="connsiteX28-4049" fmla="*/ 3072592 w 9144000"/>
              <a:gd name="connsiteY28-4050" fmla="*/ 1608857 h 6867525"/>
              <a:gd name="connsiteX29-4051" fmla="*/ 2978718 w 9144000"/>
              <a:gd name="connsiteY29-4052" fmla="*/ 1608857 h 6867525"/>
              <a:gd name="connsiteX30-4053" fmla="*/ 2909714 w 9144000"/>
              <a:gd name="connsiteY30-4054" fmla="*/ 1551658 h 6867525"/>
              <a:gd name="connsiteX31-4055" fmla="*/ 2443510 w 9144000"/>
              <a:gd name="connsiteY31-4056" fmla="*/ 1348385 h 6867525"/>
              <a:gd name="connsiteX32-4057" fmla="*/ 2244287 w 9144000"/>
              <a:gd name="connsiteY32-4058" fmla="*/ 1332439 h 6867525"/>
              <a:gd name="connsiteX0-4059" fmla="*/ 0 w 9144000"/>
              <a:gd name="connsiteY0-4060" fmla="*/ 0 h 6867525"/>
              <a:gd name="connsiteX1-4061" fmla="*/ 9144000 w 9144000"/>
              <a:gd name="connsiteY1-4062" fmla="*/ 0 h 6867525"/>
              <a:gd name="connsiteX2-4063" fmla="*/ 9144000 w 9144000"/>
              <a:gd name="connsiteY2-4064" fmla="*/ 6867525 h 6867525"/>
              <a:gd name="connsiteX3-4065" fmla="*/ 0 w 9144000"/>
              <a:gd name="connsiteY3-4066" fmla="*/ 6867525 h 6867525"/>
              <a:gd name="connsiteX4-4067" fmla="*/ 0 w 9144000"/>
              <a:gd name="connsiteY4-4068" fmla="*/ 0 h 6867525"/>
              <a:gd name="connsiteX5-4069" fmla="*/ 2244287 w 9144000"/>
              <a:gd name="connsiteY5-4070" fmla="*/ 1332439 h 6867525"/>
              <a:gd name="connsiteX6-4071" fmla="*/ 2091218 w 9144000"/>
              <a:gd name="connsiteY6-4072" fmla="*/ 1696326 h 6867525"/>
              <a:gd name="connsiteX7-4073" fmla="*/ 2523257 w 9144000"/>
              <a:gd name="connsiteY7-4074" fmla="*/ 1970444 h 6867525"/>
              <a:gd name="connsiteX8-4075" fmla="*/ 2513691 w 9144000"/>
              <a:gd name="connsiteY8-4076" fmla="*/ 4822298 h 6867525"/>
              <a:gd name="connsiteX9-4077" fmla="*/ 2950904 w 9144000"/>
              <a:gd name="connsiteY9-4078" fmla="*/ 5269933 h 6867525"/>
              <a:gd name="connsiteX10-4079" fmla="*/ 5687151 w 9144000"/>
              <a:gd name="connsiteY10-4080" fmla="*/ 5276887 h 6867525"/>
              <a:gd name="connsiteX11-4081" fmla="*/ 5777546 w 9144000"/>
              <a:gd name="connsiteY11-4082" fmla="*/ 5370760 h 6867525"/>
              <a:gd name="connsiteX12-4083" fmla="*/ 5708012 w 9144000"/>
              <a:gd name="connsiteY12-4084" fmla="*/ 5621090 h 6867525"/>
              <a:gd name="connsiteX13-4085" fmla="*/ 5906189 w 9144000"/>
              <a:gd name="connsiteY13-4086" fmla="*/ 5624568 h 6867525"/>
              <a:gd name="connsiteX14-4087" fmla="*/ 6059169 w 9144000"/>
              <a:gd name="connsiteY14-4088" fmla="*/ 5269934 h 6867525"/>
              <a:gd name="connsiteX15-4089" fmla="*/ 6128705 w 9144000"/>
              <a:gd name="connsiteY15-4090" fmla="*/ 5273411 h 6867525"/>
              <a:gd name="connsiteX16-4091" fmla="*/ 6208670 w 9144000"/>
              <a:gd name="connsiteY16-4092" fmla="*/ 5370760 h 6867525"/>
              <a:gd name="connsiteX17-4093" fmla="*/ 6135658 w 9144000"/>
              <a:gd name="connsiteY17-4094" fmla="*/ 5621091 h 6867525"/>
              <a:gd name="connsiteX18-4095" fmla="*/ 6340790 w 9144000"/>
              <a:gd name="connsiteY18-4096" fmla="*/ 5621091 h 6867525"/>
              <a:gd name="connsiteX19-4097" fmla="*/ 6497246 w 9144000"/>
              <a:gd name="connsiteY19-4098" fmla="*/ 5176060 h 6867525"/>
              <a:gd name="connsiteX20-4099" fmla="*/ 6636466 w 9144000"/>
              <a:gd name="connsiteY20-4100" fmla="*/ 4873617 h 6867525"/>
              <a:gd name="connsiteX21-4101" fmla="*/ 6636319 w 9144000"/>
              <a:gd name="connsiteY21-4102" fmla="*/ 2106040 h 6867525"/>
              <a:gd name="connsiteX22-4103" fmla="*/ 6542445 w 9144000"/>
              <a:gd name="connsiteY22-4104" fmla="*/ 1737498 h 6867525"/>
              <a:gd name="connsiteX23-4105" fmla="*/ 6094701 w 9144000"/>
              <a:gd name="connsiteY23-4106" fmla="*/ 1604868 h 6867525"/>
              <a:gd name="connsiteX24-4107" fmla="*/ 4089666 w 9144000"/>
              <a:gd name="connsiteY24-4108" fmla="*/ 8461 h 6867525"/>
              <a:gd name="connsiteX25-4109" fmla="*/ 3439138 w 9144000"/>
              <a:gd name="connsiteY25-4110" fmla="*/ 669454 h 6867525"/>
              <a:gd name="connsiteX26-4111" fmla="*/ 3423750 w 9144000"/>
              <a:gd name="connsiteY26-4112" fmla="*/ 1302898 h 6867525"/>
              <a:gd name="connsiteX27-4113" fmla="*/ 3211664 w 9144000"/>
              <a:gd name="connsiteY27-4114" fmla="*/ 1295944 h 6867525"/>
              <a:gd name="connsiteX28-4115" fmla="*/ 3072592 w 9144000"/>
              <a:gd name="connsiteY28-4116" fmla="*/ 1608857 h 6867525"/>
              <a:gd name="connsiteX29-4117" fmla="*/ 2978718 w 9144000"/>
              <a:gd name="connsiteY29-4118" fmla="*/ 1608857 h 6867525"/>
              <a:gd name="connsiteX30-4119" fmla="*/ 2909714 w 9144000"/>
              <a:gd name="connsiteY30-4120" fmla="*/ 1551658 h 6867525"/>
              <a:gd name="connsiteX31-4121" fmla="*/ 2443510 w 9144000"/>
              <a:gd name="connsiteY31-4122" fmla="*/ 1348385 h 6867525"/>
              <a:gd name="connsiteX32-4123" fmla="*/ 2244287 w 9144000"/>
              <a:gd name="connsiteY32-4124" fmla="*/ 1332439 h 6867525"/>
              <a:gd name="connsiteX0-4125" fmla="*/ 0 w 9144000"/>
              <a:gd name="connsiteY0-4126" fmla="*/ 0 h 6867525"/>
              <a:gd name="connsiteX1-4127" fmla="*/ 9144000 w 9144000"/>
              <a:gd name="connsiteY1-4128" fmla="*/ 0 h 6867525"/>
              <a:gd name="connsiteX2-4129" fmla="*/ 9144000 w 9144000"/>
              <a:gd name="connsiteY2-4130" fmla="*/ 6867525 h 6867525"/>
              <a:gd name="connsiteX3-4131" fmla="*/ 0 w 9144000"/>
              <a:gd name="connsiteY3-4132" fmla="*/ 6867525 h 6867525"/>
              <a:gd name="connsiteX4-4133" fmla="*/ 0 w 9144000"/>
              <a:gd name="connsiteY4-4134" fmla="*/ 0 h 6867525"/>
              <a:gd name="connsiteX5-4135" fmla="*/ 2244287 w 9144000"/>
              <a:gd name="connsiteY5-4136" fmla="*/ 1332439 h 6867525"/>
              <a:gd name="connsiteX6-4137" fmla="*/ 2091218 w 9144000"/>
              <a:gd name="connsiteY6-4138" fmla="*/ 1696326 h 6867525"/>
              <a:gd name="connsiteX7-4139" fmla="*/ 2523257 w 9144000"/>
              <a:gd name="connsiteY7-4140" fmla="*/ 1970444 h 6867525"/>
              <a:gd name="connsiteX8-4141" fmla="*/ 2513691 w 9144000"/>
              <a:gd name="connsiteY8-4142" fmla="*/ 4822298 h 6867525"/>
              <a:gd name="connsiteX9-4143" fmla="*/ 2950904 w 9144000"/>
              <a:gd name="connsiteY9-4144" fmla="*/ 5269933 h 6867525"/>
              <a:gd name="connsiteX10-4145" fmla="*/ 5687151 w 9144000"/>
              <a:gd name="connsiteY10-4146" fmla="*/ 5276887 h 6867525"/>
              <a:gd name="connsiteX11-4147" fmla="*/ 5777546 w 9144000"/>
              <a:gd name="connsiteY11-4148" fmla="*/ 5370760 h 6867525"/>
              <a:gd name="connsiteX12-4149" fmla="*/ 5708012 w 9144000"/>
              <a:gd name="connsiteY12-4150" fmla="*/ 5621090 h 6867525"/>
              <a:gd name="connsiteX13-4151" fmla="*/ 5906189 w 9144000"/>
              <a:gd name="connsiteY13-4152" fmla="*/ 5624568 h 6867525"/>
              <a:gd name="connsiteX14-4153" fmla="*/ 6059169 w 9144000"/>
              <a:gd name="connsiteY14-4154" fmla="*/ 5269934 h 6867525"/>
              <a:gd name="connsiteX15-4155" fmla="*/ 6128705 w 9144000"/>
              <a:gd name="connsiteY15-4156" fmla="*/ 5273411 h 6867525"/>
              <a:gd name="connsiteX16-4157" fmla="*/ 6208670 w 9144000"/>
              <a:gd name="connsiteY16-4158" fmla="*/ 5370760 h 6867525"/>
              <a:gd name="connsiteX17-4159" fmla="*/ 6135658 w 9144000"/>
              <a:gd name="connsiteY17-4160" fmla="*/ 5621091 h 6867525"/>
              <a:gd name="connsiteX18-4161" fmla="*/ 6340790 w 9144000"/>
              <a:gd name="connsiteY18-4162" fmla="*/ 5621091 h 6867525"/>
              <a:gd name="connsiteX19-4163" fmla="*/ 6497246 w 9144000"/>
              <a:gd name="connsiteY19-4164" fmla="*/ 5176060 h 6867525"/>
              <a:gd name="connsiteX20-4165" fmla="*/ 6636466 w 9144000"/>
              <a:gd name="connsiteY20-4166" fmla="*/ 4873617 h 6867525"/>
              <a:gd name="connsiteX21-4167" fmla="*/ 6636319 w 9144000"/>
              <a:gd name="connsiteY21-4168" fmla="*/ 2106040 h 6867525"/>
              <a:gd name="connsiteX22-4169" fmla="*/ 6542445 w 9144000"/>
              <a:gd name="connsiteY22-4170" fmla="*/ 1737498 h 6867525"/>
              <a:gd name="connsiteX23-4171" fmla="*/ 6094701 w 9144000"/>
              <a:gd name="connsiteY23-4172" fmla="*/ 1604868 h 6867525"/>
              <a:gd name="connsiteX24-4173" fmla="*/ 4089666 w 9144000"/>
              <a:gd name="connsiteY24-4174" fmla="*/ 8461 h 6867525"/>
              <a:gd name="connsiteX25-4175" fmla="*/ 3439138 w 9144000"/>
              <a:gd name="connsiteY25-4176" fmla="*/ 669454 h 6867525"/>
              <a:gd name="connsiteX26-4177" fmla="*/ 3423750 w 9144000"/>
              <a:gd name="connsiteY26-4178" fmla="*/ 1302898 h 6867525"/>
              <a:gd name="connsiteX27-4179" fmla="*/ 3211664 w 9144000"/>
              <a:gd name="connsiteY27-4180" fmla="*/ 1295944 h 6867525"/>
              <a:gd name="connsiteX28-4181" fmla="*/ 3072592 w 9144000"/>
              <a:gd name="connsiteY28-4182" fmla="*/ 1608857 h 6867525"/>
              <a:gd name="connsiteX29-4183" fmla="*/ 2978718 w 9144000"/>
              <a:gd name="connsiteY29-4184" fmla="*/ 1608857 h 6867525"/>
              <a:gd name="connsiteX30-4185" fmla="*/ 2367199 w 9144000"/>
              <a:gd name="connsiteY30-4186" fmla="*/ 1608534 h 6867525"/>
              <a:gd name="connsiteX31-4187" fmla="*/ 2443510 w 9144000"/>
              <a:gd name="connsiteY31-4188" fmla="*/ 1348385 h 6867525"/>
              <a:gd name="connsiteX32-4189" fmla="*/ 2244287 w 9144000"/>
              <a:gd name="connsiteY32-4190" fmla="*/ 1332439 h 6867525"/>
              <a:gd name="connsiteX0-4191" fmla="*/ 0 w 9144000"/>
              <a:gd name="connsiteY0-4192" fmla="*/ 0 h 6867525"/>
              <a:gd name="connsiteX1-4193" fmla="*/ 9144000 w 9144000"/>
              <a:gd name="connsiteY1-4194" fmla="*/ 0 h 6867525"/>
              <a:gd name="connsiteX2-4195" fmla="*/ 9144000 w 9144000"/>
              <a:gd name="connsiteY2-4196" fmla="*/ 6867525 h 6867525"/>
              <a:gd name="connsiteX3-4197" fmla="*/ 0 w 9144000"/>
              <a:gd name="connsiteY3-4198" fmla="*/ 6867525 h 6867525"/>
              <a:gd name="connsiteX4-4199" fmla="*/ 0 w 9144000"/>
              <a:gd name="connsiteY4-4200" fmla="*/ 0 h 6867525"/>
              <a:gd name="connsiteX5-4201" fmla="*/ 2244287 w 9144000"/>
              <a:gd name="connsiteY5-4202" fmla="*/ 1332439 h 6867525"/>
              <a:gd name="connsiteX6-4203" fmla="*/ 2091218 w 9144000"/>
              <a:gd name="connsiteY6-4204" fmla="*/ 1696326 h 6867525"/>
              <a:gd name="connsiteX7-4205" fmla="*/ 2523257 w 9144000"/>
              <a:gd name="connsiteY7-4206" fmla="*/ 1970444 h 6867525"/>
              <a:gd name="connsiteX8-4207" fmla="*/ 2513691 w 9144000"/>
              <a:gd name="connsiteY8-4208" fmla="*/ 4822298 h 6867525"/>
              <a:gd name="connsiteX9-4209" fmla="*/ 2950904 w 9144000"/>
              <a:gd name="connsiteY9-4210" fmla="*/ 5269933 h 6867525"/>
              <a:gd name="connsiteX10-4211" fmla="*/ 5687151 w 9144000"/>
              <a:gd name="connsiteY10-4212" fmla="*/ 5276887 h 6867525"/>
              <a:gd name="connsiteX11-4213" fmla="*/ 5777546 w 9144000"/>
              <a:gd name="connsiteY11-4214" fmla="*/ 5370760 h 6867525"/>
              <a:gd name="connsiteX12-4215" fmla="*/ 5708012 w 9144000"/>
              <a:gd name="connsiteY12-4216" fmla="*/ 5621090 h 6867525"/>
              <a:gd name="connsiteX13-4217" fmla="*/ 5906189 w 9144000"/>
              <a:gd name="connsiteY13-4218" fmla="*/ 5624568 h 6867525"/>
              <a:gd name="connsiteX14-4219" fmla="*/ 6059169 w 9144000"/>
              <a:gd name="connsiteY14-4220" fmla="*/ 5269934 h 6867525"/>
              <a:gd name="connsiteX15-4221" fmla="*/ 6128705 w 9144000"/>
              <a:gd name="connsiteY15-4222" fmla="*/ 5273411 h 6867525"/>
              <a:gd name="connsiteX16-4223" fmla="*/ 6208670 w 9144000"/>
              <a:gd name="connsiteY16-4224" fmla="*/ 5370760 h 6867525"/>
              <a:gd name="connsiteX17-4225" fmla="*/ 6135658 w 9144000"/>
              <a:gd name="connsiteY17-4226" fmla="*/ 5621091 h 6867525"/>
              <a:gd name="connsiteX18-4227" fmla="*/ 6340790 w 9144000"/>
              <a:gd name="connsiteY18-4228" fmla="*/ 5621091 h 6867525"/>
              <a:gd name="connsiteX19-4229" fmla="*/ 6497246 w 9144000"/>
              <a:gd name="connsiteY19-4230" fmla="*/ 5176060 h 6867525"/>
              <a:gd name="connsiteX20-4231" fmla="*/ 6636466 w 9144000"/>
              <a:gd name="connsiteY20-4232" fmla="*/ 4873617 h 6867525"/>
              <a:gd name="connsiteX21-4233" fmla="*/ 6636319 w 9144000"/>
              <a:gd name="connsiteY21-4234" fmla="*/ 2106040 h 6867525"/>
              <a:gd name="connsiteX22-4235" fmla="*/ 6542445 w 9144000"/>
              <a:gd name="connsiteY22-4236" fmla="*/ 1737498 h 6867525"/>
              <a:gd name="connsiteX23-4237" fmla="*/ 6094701 w 9144000"/>
              <a:gd name="connsiteY23-4238" fmla="*/ 1604868 h 6867525"/>
              <a:gd name="connsiteX24-4239" fmla="*/ 4089666 w 9144000"/>
              <a:gd name="connsiteY24-4240" fmla="*/ 8461 h 6867525"/>
              <a:gd name="connsiteX25-4241" fmla="*/ 3439138 w 9144000"/>
              <a:gd name="connsiteY25-4242" fmla="*/ 669454 h 6867525"/>
              <a:gd name="connsiteX26-4243" fmla="*/ 3423750 w 9144000"/>
              <a:gd name="connsiteY26-4244" fmla="*/ 1302898 h 6867525"/>
              <a:gd name="connsiteX27-4245" fmla="*/ 3211664 w 9144000"/>
              <a:gd name="connsiteY27-4246" fmla="*/ 1295944 h 6867525"/>
              <a:gd name="connsiteX28-4247" fmla="*/ 3072592 w 9144000"/>
              <a:gd name="connsiteY28-4248" fmla="*/ 1608857 h 6867525"/>
              <a:gd name="connsiteX29-4249" fmla="*/ 2978718 w 9144000"/>
              <a:gd name="connsiteY29-4250" fmla="*/ 1608857 h 6867525"/>
              <a:gd name="connsiteX30-4251" fmla="*/ 2377956 w 9144000"/>
              <a:gd name="connsiteY30-4252" fmla="*/ 1587018 h 6867525"/>
              <a:gd name="connsiteX31-4253" fmla="*/ 2443510 w 9144000"/>
              <a:gd name="connsiteY31-4254" fmla="*/ 1348385 h 6867525"/>
              <a:gd name="connsiteX32-4255" fmla="*/ 2244287 w 9144000"/>
              <a:gd name="connsiteY32-4256" fmla="*/ 1332439 h 6867525"/>
              <a:gd name="connsiteX0-4257" fmla="*/ 0 w 9144000"/>
              <a:gd name="connsiteY0-4258" fmla="*/ 0 h 6867525"/>
              <a:gd name="connsiteX1-4259" fmla="*/ 9144000 w 9144000"/>
              <a:gd name="connsiteY1-4260" fmla="*/ 0 h 6867525"/>
              <a:gd name="connsiteX2-4261" fmla="*/ 9144000 w 9144000"/>
              <a:gd name="connsiteY2-4262" fmla="*/ 6867525 h 6867525"/>
              <a:gd name="connsiteX3-4263" fmla="*/ 0 w 9144000"/>
              <a:gd name="connsiteY3-4264" fmla="*/ 6867525 h 6867525"/>
              <a:gd name="connsiteX4-4265" fmla="*/ 0 w 9144000"/>
              <a:gd name="connsiteY4-4266" fmla="*/ 0 h 6867525"/>
              <a:gd name="connsiteX5-4267" fmla="*/ 2244287 w 9144000"/>
              <a:gd name="connsiteY5-4268" fmla="*/ 1332439 h 6867525"/>
              <a:gd name="connsiteX6-4269" fmla="*/ 2091218 w 9144000"/>
              <a:gd name="connsiteY6-4270" fmla="*/ 1696326 h 6867525"/>
              <a:gd name="connsiteX7-4271" fmla="*/ 2523257 w 9144000"/>
              <a:gd name="connsiteY7-4272" fmla="*/ 1970444 h 6867525"/>
              <a:gd name="connsiteX8-4273" fmla="*/ 2513691 w 9144000"/>
              <a:gd name="connsiteY8-4274" fmla="*/ 4822298 h 6867525"/>
              <a:gd name="connsiteX9-4275" fmla="*/ 2950904 w 9144000"/>
              <a:gd name="connsiteY9-4276" fmla="*/ 5269933 h 6867525"/>
              <a:gd name="connsiteX10-4277" fmla="*/ 5687151 w 9144000"/>
              <a:gd name="connsiteY10-4278" fmla="*/ 5276887 h 6867525"/>
              <a:gd name="connsiteX11-4279" fmla="*/ 5777546 w 9144000"/>
              <a:gd name="connsiteY11-4280" fmla="*/ 5370760 h 6867525"/>
              <a:gd name="connsiteX12-4281" fmla="*/ 5708012 w 9144000"/>
              <a:gd name="connsiteY12-4282" fmla="*/ 5621090 h 6867525"/>
              <a:gd name="connsiteX13-4283" fmla="*/ 5906189 w 9144000"/>
              <a:gd name="connsiteY13-4284" fmla="*/ 5624568 h 6867525"/>
              <a:gd name="connsiteX14-4285" fmla="*/ 6059169 w 9144000"/>
              <a:gd name="connsiteY14-4286" fmla="*/ 5269934 h 6867525"/>
              <a:gd name="connsiteX15-4287" fmla="*/ 6128705 w 9144000"/>
              <a:gd name="connsiteY15-4288" fmla="*/ 5273411 h 6867525"/>
              <a:gd name="connsiteX16-4289" fmla="*/ 6208670 w 9144000"/>
              <a:gd name="connsiteY16-4290" fmla="*/ 5370760 h 6867525"/>
              <a:gd name="connsiteX17-4291" fmla="*/ 6135658 w 9144000"/>
              <a:gd name="connsiteY17-4292" fmla="*/ 5621091 h 6867525"/>
              <a:gd name="connsiteX18-4293" fmla="*/ 6340790 w 9144000"/>
              <a:gd name="connsiteY18-4294" fmla="*/ 5621091 h 6867525"/>
              <a:gd name="connsiteX19-4295" fmla="*/ 6497246 w 9144000"/>
              <a:gd name="connsiteY19-4296" fmla="*/ 5176060 h 6867525"/>
              <a:gd name="connsiteX20-4297" fmla="*/ 6636466 w 9144000"/>
              <a:gd name="connsiteY20-4298" fmla="*/ 4873617 h 6867525"/>
              <a:gd name="connsiteX21-4299" fmla="*/ 6636319 w 9144000"/>
              <a:gd name="connsiteY21-4300" fmla="*/ 2106040 h 6867525"/>
              <a:gd name="connsiteX22-4301" fmla="*/ 6542445 w 9144000"/>
              <a:gd name="connsiteY22-4302" fmla="*/ 1737498 h 6867525"/>
              <a:gd name="connsiteX23-4303" fmla="*/ 6094701 w 9144000"/>
              <a:gd name="connsiteY23-4304" fmla="*/ 1604868 h 6867525"/>
              <a:gd name="connsiteX24-4305" fmla="*/ 4089666 w 9144000"/>
              <a:gd name="connsiteY24-4306" fmla="*/ 8461 h 6867525"/>
              <a:gd name="connsiteX25-4307" fmla="*/ 3439138 w 9144000"/>
              <a:gd name="connsiteY25-4308" fmla="*/ 669454 h 6867525"/>
              <a:gd name="connsiteX26-4309" fmla="*/ 3423750 w 9144000"/>
              <a:gd name="connsiteY26-4310" fmla="*/ 1302898 h 6867525"/>
              <a:gd name="connsiteX27-4311" fmla="*/ 3211664 w 9144000"/>
              <a:gd name="connsiteY27-4312" fmla="*/ 1295944 h 6867525"/>
              <a:gd name="connsiteX28-4313" fmla="*/ 3072592 w 9144000"/>
              <a:gd name="connsiteY28-4314" fmla="*/ 1608857 h 6867525"/>
              <a:gd name="connsiteX29-4315" fmla="*/ 2978718 w 9144000"/>
              <a:gd name="connsiteY29-4316" fmla="*/ 1608857 h 6867525"/>
              <a:gd name="connsiteX30-4317" fmla="*/ 2377956 w 9144000"/>
              <a:gd name="connsiteY30-4318" fmla="*/ 1587018 h 6867525"/>
              <a:gd name="connsiteX31-4319" fmla="*/ 2443510 w 9144000"/>
              <a:gd name="connsiteY31-4320" fmla="*/ 1348385 h 6867525"/>
              <a:gd name="connsiteX32-4321" fmla="*/ 2244287 w 9144000"/>
              <a:gd name="connsiteY32-4322" fmla="*/ 1332439 h 6867525"/>
              <a:gd name="connsiteX0-4323" fmla="*/ 0 w 9144000"/>
              <a:gd name="connsiteY0-4324" fmla="*/ 0 h 6867525"/>
              <a:gd name="connsiteX1-4325" fmla="*/ 9144000 w 9144000"/>
              <a:gd name="connsiteY1-4326" fmla="*/ 0 h 6867525"/>
              <a:gd name="connsiteX2-4327" fmla="*/ 9144000 w 9144000"/>
              <a:gd name="connsiteY2-4328" fmla="*/ 6867525 h 6867525"/>
              <a:gd name="connsiteX3-4329" fmla="*/ 0 w 9144000"/>
              <a:gd name="connsiteY3-4330" fmla="*/ 6867525 h 6867525"/>
              <a:gd name="connsiteX4-4331" fmla="*/ 0 w 9144000"/>
              <a:gd name="connsiteY4-4332" fmla="*/ 0 h 6867525"/>
              <a:gd name="connsiteX5-4333" fmla="*/ 2244287 w 9144000"/>
              <a:gd name="connsiteY5-4334" fmla="*/ 1332439 h 6867525"/>
              <a:gd name="connsiteX6-4335" fmla="*/ 2091218 w 9144000"/>
              <a:gd name="connsiteY6-4336" fmla="*/ 1696326 h 6867525"/>
              <a:gd name="connsiteX7-4337" fmla="*/ 2523257 w 9144000"/>
              <a:gd name="connsiteY7-4338" fmla="*/ 1970444 h 6867525"/>
              <a:gd name="connsiteX8-4339" fmla="*/ 2513691 w 9144000"/>
              <a:gd name="connsiteY8-4340" fmla="*/ 4822298 h 6867525"/>
              <a:gd name="connsiteX9-4341" fmla="*/ 2950904 w 9144000"/>
              <a:gd name="connsiteY9-4342" fmla="*/ 5269933 h 6867525"/>
              <a:gd name="connsiteX10-4343" fmla="*/ 5687151 w 9144000"/>
              <a:gd name="connsiteY10-4344" fmla="*/ 5276887 h 6867525"/>
              <a:gd name="connsiteX11-4345" fmla="*/ 5777546 w 9144000"/>
              <a:gd name="connsiteY11-4346" fmla="*/ 5370760 h 6867525"/>
              <a:gd name="connsiteX12-4347" fmla="*/ 5708012 w 9144000"/>
              <a:gd name="connsiteY12-4348" fmla="*/ 5621090 h 6867525"/>
              <a:gd name="connsiteX13-4349" fmla="*/ 5906189 w 9144000"/>
              <a:gd name="connsiteY13-4350" fmla="*/ 5624568 h 6867525"/>
              <a:gd name="connsiteX14-4351" fmla="*/ 6059169 w 9144000"/>
              <a:gd name="connsiteY14-4352" fmla="*/ 5269934 h 6867525"/>
              <a:gd name="connsiteX15-4353" fmla="*/ 6128705 w 9144000"/>
              <a:gd name="connsiteY15-4354" fmla="*/ 5273411 h 6867525"/>
              <a:gd name="connsiteX16-4355" fmla="*/ 6208670 w 9144000"/>
              <a:gd name="connsiteY16-4356" fmla="*/ 5370760 h 6867525"/>
              <a:gd name="connsiteX17-4357" fmla="*/ 6135658 w 9144000"/>
              <a:gd name="connsiteY17-4358" fmla="*/ 5621091 h 6867525"/>
              <a:gd name="connsiteX18-4359" fmla="*/ 6340790 w 9144000"/>
              <a:gd name="connsiteY18-4360" fmla="*/ 5621091 h 6867525"/>
              <a:gd name="connsiteX19-4361" fmla="*/ 6497246 w 9144000"/>
              <a:gd name="connsiteY19-4362" fmla="*/ 5176060 h 6867525"/>
              <a:gd name="connsiteX20-4363" fmla="*/ 6636466 w 9144000"/>
              <a:gd name="connsiteY20-4364" fmla="*/ 4873617 h 6867525"/>
              <a:gd name="connsiteX21-4365" fmla="*/ 6636319 w 9144000"/>
              <a:gd name="connsiteY21-4366" fmla="*/ 2106040 h 6867525"/>
              <a:gd name="connsiteX22-4367" fmla="*/ 6542445 w 9144000"/>
              <a:gd name="connsiteY22-4368" fmla="*/ 1737498 h 6867525"/>
              <a:gd name="connsiteX23-4369" fmla="*/ 6094701 w 9144000"/>
              <a:gd name="connsiteY23-4370" fmla="*/ 1604868 h 6867525"/>
              <a:gd name="connsiteX24-4371" fmla="*/ 4089666 w 9144000"/>
              <a:gd name="connsiteY24-4372" fmla="*/ 8461 h 6867525"/>
              <a:gd name="connsiteX25-4373" fmla="*/ 3439138 w 9144000"/>
              <a:gd name="connsiteY25-4374" fmla="*/ 669454 h 6867525"/>
              <a:gd name="connsiteX26-4375" fmla="*/ 3423750 w 9144000"/>
              <a:gd name="connsiteY26-4376" fmla="*/ 1302898 h 6867525"/>
              <a:gd name="connsiteX27-4377" fmla="*/ 3211664 w 9144000"/>
              <a:gd name="connsiteY27-4378" fmla="*/ 1295944 h 6867525"/>
              <a:gd name="connsiteX28-4379" fmla="*/ 3072592 w 9144000"/>
              <a:gd name="connsiteY28-4380" fmla="*/ 1608857 h 6867525"/>
              <a:gd name="connsiteX29-4381" fmla="*/ 2978718 w 9144000"/>
              <a:gd name="connsiteY29-4382" fmla="*/ 1608857 h 6867525"/>
              <a:gd name="connsiteX30-4383" fmla="*/ 2377956 w 9144000"/>
              <a:gd name="connsiteY30-4384" fmla="*/ 1587018 h 6867525"/>
              <a:gd name="connsiteX31-4385" fmla="*/ 2443510 w 9144000"/>
              <a:gd name="connsiteY31-4386" fmla="*/ 1348385 h 6867525"/>
              <a:gd name="connsiteX32-4387" fmla="*/ 2244287 w 9144000"/>
              <a:gd name="connsiteY32-4388" fmla="*/ 1332439 h 6867525"/>
              <a:gd name="connsiteX0-4389" fmla="*/ 0 w 9144000"/>
              <a:gd name="connsiteY0-4390" fmla="*/ 0 h 6867525"/>
              <a:gd name="connsiteX1-4391" fmla="*/ 9144000 w 9144000"/>
              <a:gd name="connsiteY1-4392" fmla="*/ 0 h 6867525"/>
              <a:gd name="connsiteX2-4393" fmla="*/ 9144000 w 9144000"/>
              <a:gd name="connsiteY2-4394" fmla="*/ 6867525 h 6867525"/>
              <a:gd name="connsiteX3-4395" fmla="*/ 0 w 9144000"/>
              <a:gd name="connsiteY3-4396" fmla="*/ 6867525 h 6867525"/>
              <a:gd name="connsiteX4-4397" fmla="*/ 0 w 9144000"/>
              <a:gd name="connsiteY4-4398" fmla="*/ 0 h 6867525"/>
              <a:gd name="connsiteX5-4399" fmla="*/ 2244287 w 9144000"/>
              <a:gd name="connsiteY5-4400" fmla="*/ 1332439 h 6867525"/>
              <a:gd name="connsiteX6-4401" fmla="*/ 2091218 w 9144000"/>
              <a:gd name="connsiteY6-4402" fmla="*/ 1696326 h 6867525"/>
              <a:gd name="connsiteX7-4403" fmla="*/ 2523257 w 9144000"/>
              <a:gd name="connsiteY7-4404" fmla="*/ 1970444 h 6867525"/>
              <a:gd name="connsiteX8-4405" fmla="*/ 2513691 w 9144000"/>
              <a:gd name="connsiteY8-4406" fmla="*/ 4822298 h 6867525"/>
              <a:gd name="connsiteX9-4407" fmla="*/ 2950904 w 9144000"/>
              <a:gd name="connsiteY9-4408" fmla="*/ 5269933 h 6867525"/>
              <a:gd name="connsiteX10-4409" fmla="*/ 5687151 w 9144000"/>
              <a:gd name="connsiteY10-4410" fmla="*/ 5276887 h 6867525"/>
              <a:gd name="connsiteX11-4411" fmla="*/ 5777546 w 9144000"/>
              <a:gd name="connsiteY11-4412" fmla="*/ 5370760 h 6867525"/>
              <a:gd name="connsiteX12-4413" fmla="*/ 5708012 w 9144000"/>
              <a:gd name="connsiteY12-4414" fmla="*/ 5621090 h 6867525"/>
              <a:gd name="connsiteX13-4415" fmla="*/ 5906189 w 9144000"/>
              <a:gd name="connsiteY13-4416" fmla="*/ 5624568 h 6867525"/>
              <a:gd name="connsiteX14-4417" fmla="*/ 6059169 w 9144000"/>
              <a:gd name="connsiteY14-4418" fmla="*/ 5269934 h 6867525"/>
              <a:gd name="connsiteX15-4419" fmla="*/ 6128705 w 9144000"/>
              <a:gd name="connsiteY15-4420" fmla="*/ 5273411 h 6867525"/>
              <a:gd name="connsiteX16-4421" fmla="*/ 6208670 w 9144000"/>
              <a:gd name="connsiteY16-4422" fmla="*/ 5370760 h 6867525"/>
              <a:gd name="connsiteX17-4423" fmla="*/ 6135658 w 9144000"/>
              <a:gd name="connsiteY17-4424" fmla="*/ 5621091 h 6867525"/>
              <a:gd name="connsiteX18-4425" fmla="*/ 6340790 w 9144000"/>
              <a:gd name="connsiteY18-4426" fmla="*/ 5621091 h 6867525"/>
              <a:gd name="connsiteX19-4427" fmla="*/ 6497246 w 9144000"/>
              <a:gd name="connsiteY19-4428" fmla="*/ 5176060 h 6867525"/>
              <a:gd name="connsiteX20-4429" fmla="*/ 6636466 w 9144000"/>
              <a:gd name="connsiteY20-4430" fmla="*/ 4873617 h 6867525"/>
              <a:gd name="connsiteX21-4431" fmla="*/ 6636319 w 9144000"/>
              <a:gd name="connsiteY21-4432" fmla="*/ 2106040 h 6867525"/>
              <a:gd name="connsiteX22-4433" fmla="*/ 6542445 w 9144000"/>
              <a:gd name="connsiteY22-4434" fmla="*/ 1737498 h 6867525"/>
              <a:gd name="connsiteX23-4435" fmla="*/ 6094701 w 9144000"/>
              <a:gd name="connsiteY23-4436" fmla="*/ 1604868 h 6867525"/>
              <a:gd name="connsiteX24-4437" fmla="*/ 4089666 w 9144000"/>
              <a:gd name="connsiteY24-4438" fmla="*/ 8461 h 6867525"/>
              <a:gd name="connsiteX25-4439" fmla="*/ 3439138 w 9144000"/>
              <a:gd name="connsiteY25-4440" fmla="*/ 669454 h 6867525"/>
              <a:gd name="connsiteX26-4441" fmla="*/ 3423750 w 9144000"/>
              <a:gd name="connsiteY26-4442" fmla="*/ 1302898 h 6867525"/>
              <a:gd name="connsiteX27-4443" fmla="*/ 3211664 w 9144000"/>
              <a:gd name="connsiteY27-4444" fmla="*/ 1295944 h 6867525"/>
              <a:gd name="connsiteX28-4445" fmla="*/ 3072592 w 9144000"/>
              <a:gd name="connsiteY28-4446" fmla="*/ 1608857 h 6867525"/>
              <a:gd name="connsiteX29-4447" fmla="*/ 2483866 w 9144000"/>
              <a:gd name="connsiteY29-4448" fmla="*/ 1684160 h 6867525"/>
              <a:gd name="connsiteX30-4449" fmla="*/ 2377956 w 9144000"/>
              <a:gd name="connsiteY30-4450" fmla="*/ 1587018 h 6867525"/>
              <a:gd name="connsiteX31-4451" fmla="*/ 2443510 w 9144000"/>
              <a:gd name="connsiteY31-4452" fmla="*/ 1348385 h 6867525"/>
              <a:gd name="connsiteX32-4453" fmla="*/ 2244287 w 9144000"/>
              <a:gd name="connsiteY32-4454" fmla="*/ 1332439 h 6867525"/>
              <a:gd name="connsiteX0-4455" fmla="*/ 0 w 9144000"/>
              <a:gd name="connsiteY0-4456" fmla="*/ 0 h 6867525"/>
              <a:gd name="connsiteX1-4457" fmla="*/ 9144000 w 9144000"/>
              <a:gd name="connsiteY1-4458" fmla="*/ 0 h 6867525"/>
              <a:gd name="connsiteX2-4459" fmla="*/ 9144000 w 9144000"/>
              <a:gd name="connsiteY2-4460" fmla="*/ 6867525 h 6867525"/>
              <a:gd name="connsiteX3-4461" fmla="*/ 0 w 9144000"/>
              <a:gd name="connsiteY3-4462" fmla="*/ 6867525 h 6867525"/>
              <a:gd name="connsiteX4-4463" fmla="*/ 0 w 9144000"/>
              <a:gd name="connsiteY4-4464" fmla="*/ 0 h 6867525"/>
              <a:gd name="connsiteX5-4465" fmla="*/ 2244287 w 9144000"/>
              <a:gd name="connsiteY5-4466" fmla="*/ 1332439 h 6867525"/>
              <a:gd name="connsiteX6-4467" fmla="*/ 2091218 w 9144000"/>
              <a:gd name="connsiteY6-4468" fmla="*/ 1696326 h 6867525"/>
              <a:gd name="connsiteX7-4469" fmla="*/ 2523257 w 9144000"/>
              <a:gd name="connsiteY7-4470" fmla="*/ 1970444 h 6867525"/>
              <a:gd name="connsiteX8-4471" fmla="*/ 2513691 w 9144000"/>
              <a:gd name="connsiteY8-4472" fmla="*/ 4822298 h 6867525"/>
              <a:gd name="connsiteX9-4473" fmla="*/ 2950904 w 9144000"/>
              <a:gd name="connsiteY9-4474" fmla="*/ 5269933 h 6867525"/>
              <a:gd name="connsiteX10-4475" fmla="*/ 5687151 w 9144000"/>
              <a:gd name="connsiteY10-4476" fmla="*/ 5276887 h 6867525"/>
              <a:gd name="connsiteX11-4477" fmla="*/ 5777546 w 9144000"/>
              <a:gd name="connsiteY11-4478" fmla="*/ 5370760 h 6867525"/>
              <a:gd name="connsiteX12-4479" fmla="*/ 5708012 w 9144000"/>
              <a:gd name="connsiteY12-4480" fmla="*/ 5621090 h 6867525"/>
              <a:gd name="connsiteX13-4481" fmla="*/ 5906189 w 9144000"/>
              <a:gd name="connsiteY13-4482" fmla="*/ 5624568 h 6867525"/>
              <a:gd name="connsiteX14-4483" fmla="*/ 6059169 w 9144000"/>
              <a:gd name="connsiteY14-4484" fmla="*/ 5269934 h 6867525"/>
              <a:gd name="connsiteX15-4485" fmla="*/ 6128705 w 9144000"/>
              <a:gd name="connsiteY15-4486" fmla="*/ 5273411 h 6867525"/>
              <a:gd name="connsiteX16-4487" fmla="*/ 6208670 w 9144000"/>
              <a:gd name="connsiteY16-4488" fmla="*/ 5370760 h 6867525"/>
              <a:gd name="connsiteX17-4489" fmla="*/ 6135658 w 9144000"/>
              <a:gd name="connsiteY17-4490" fmla="*/ 5621091 h 6867525"/>
              <a:gd name="connsiteX18-4491" fmla="*/ 6340790 w 9144000"/>
              <a:gd name="connsiteY18-4492" fmla="*/ 5621091 h 6867525"/>
              <a:gd name="connsiteX19-4493" fmla="*/ 6497246 w 9144000"/>
              <a:gd name="connsiteY19-4494" fmla="*/ 5176060 h 6867525"/>
              <a:gd name="connsiteX20-4495" fmla="*/ 6636466 w 9144000"/>
              <a:gd name="connsiteY20-4496" fmla="*/ 4873617 h 6867525"/>
              <a:gd name="connsiteX21-4497" fmla="*/ 6636319 w 9144000"/>
              <a:gd name="connsiteY21-4498" fmla="*/ 2106040 h 6867525"/>
              <a:gd name="connsiteX22-4499" fmla="*/ 6542445 w 9144000"/>
              <a:gd name="connsiteY22-4500" fmla="*/ 1737498 h 6867525"/>
              <a:gd name="connsiteX23-4501" fmla="*/ 6094701 w 9144000"/>
              <a:gd name="connsiteY23-4502" fmla="*/ 1604868 h 6867525"/>
              <a:gd name="connsiteX24-4503" fmla="*/ 4089666 w 9144000"/>
              <a:gd name="connsiteY24-4504" fmla="*/ 8461 h 6867525"/>
              <a:gd name="connsiteX25-4505" fmla="*/ 3439138 w 9144000"/>
              <a:gd name="connsiteY25-4506" fmla="*/ 669454 h 6867525"/>
              <a:gd name="connsiteX26-4507" fmla="*/ 3423750 w 9144000"/>
              <a:gd name="connsiteY26-4508" fmla="*/ 1302898 h 6867525"/>
              <a:gd name="connsiteX27-4509" fmla="*/ 3211664 w 9144000"/>
              <a:gd name="connsiteY27-4510" fmla="*/ 1295944 h 6867525"/>
              <a:gd name="connsiteX28-4511" fmla="*/ 3072592 w 9144000"/>
              <a:gd name="connsiteY28-4512" fmla="*/ 1608857 h 6867525"/>
              <a:gd name="connsiteX29-4513" fmla="*/ 2483866 w 9144000"/>
              <a:gd name="connsiteY29-4514" fmla="*/ 1684160 h 6867525"/>
              <a:gd name="connsiteX30-4515" fmla="*/ 2377956 w 9144000"/>
              <a:gd name="connsiteY30-4516" fmla="*/ 1587018 h 6867525"/>
              <a:gd name="connsiteX31-4517" fmla="*/ 2443510 w 9144000"/>
              <a:gd name="connsiteY31-4518" fmla="*/ 1348385 h 6867525"/>
              <a:gd name="connsiteX32-4519" fmla="*/ 2244287 w 9144000"/>
              <a:gd name="connsiteY32-4520" fmla="*/ 1332439 h 6867525"/>
              <a:gd name="connsiteX0-4521" fmla="*/ 0 w 9144000"/>
              <a:gd name="connsiteY0-4522" fmla="*/ 0 h 6867525"/>
              <a:gd name="connsiteX1-4523" fmla="*/ 9144000 w 9144000"/>
              <a:gd name="connsiteY1-4524" fmla="*/ 0 h 6867525"/>
              <a:gd name="connsiteX2-4525" fmla="*/ 9144000 w 9144000"/>
              <a:gd name="connsiteY2-4526" fmla="*/ 6867525 h 6867525"/>
              <a:gd name="connsiteX3-4527" fmla="*/ 0 w 9144000"/>
              <a:gd name="connsiteY3-4528" fmla="*/ 6867525 h 6867525"/>
              <a:gd name="connsiteX4-4529" fmla="*/ 0 w 9144000"/>
              <a:gd name="connsiteY4-4530" fmla="*/ 0 h 6867525"/>
              <a:gd name="connsiteX5-4531" fmla="*/ 2244287 w 9144000"/>
              <a:gd name="connsiteY5-4532" fmla="*/ 1332439 h 6867525"/>
              <a:gd name="connsiteX6-4533" fmla="*/ 2091218 w 9144000"/>
              <a:gd name="connsiteY6-4534" fmla="*/ 1696326 h 6867525"/>
              <a:gd name="connsiteX7-4535" fmla="*/ 2523257 w 9144000"/>
              <a:gd name="connsiteY7-4536" fmla="*/ 1970444 h 6867525"/>
              <a:gd name="connsiteX8-4537" fmla="*/ 2513691 w 9144000"/>
              <a:gd name="connsiteY8-4538" fmla="*/ 4822298 h 6867525"/>
              <a:gd name="connsiteX9-4539" fmla="*/ 2950904 w 9144000"/>
              <a:gd name="connsiteY9-4540" fmla="*/ 5269933 h 6867525"/>
              <a:gd name="connsiteX10-4541" fmla="*/ 5687151 w 9144000"/>
              <a:gd name="connsiteY10-4542" fmla="*/ 5276887 h 6867525"/>
              <a:gd name="connsiteX11-4543" fmla="*/ 5777546 w 9144000"/>
              <a:gd name="connsiteY11-4544" fmla="*/ 5370760 h 6867525"/>
              <a:gd name="connsiteX12-4545" fmla="*/ 5708012 w 9144000"/>
              <a:gd name="connsiteY12-4546" fmla="*/ 5621090 h 6867525"/>
              <a:gd name="connsiteX13-4547" fmla="*/ 5906189 w 9144000"/>
              <a:gd name="connsiteY13-4548" fmla="*/ 5624568 h 6867525"/>
              <a:gd name="connsiteX14-4549" fmla="*/ 6059169 w 9144000"/>
              <a:gd name="connsiteY14-4550" fmla="*/ 5269934 h 6867525"/>
              <a:gd name="connsiteX15-4551" fmla="*/ 6128705 w 9144000"/>
              <a:gd name="connsiteY15-4552" fmla="*/ 5273411 h 6867525"/>
              <a:gd name="connsiteX16-4553" fmla="*/ 6208670 w 9144000"/>
              <a:gd name="connsiteY16-4554" fmla="*/ 5370760 h 6867525"/>
              <a:gd name="connsiteX17-4555" fmla="*/ 6135658 w 9144000"/>
              <a:gd name="connsiteY17-4556" fmla="*/ 5621091 h 6867525"/>
              <a:gd name="connsiteX18-4557" fmla="*/ 6340790 w 9144000"/>
              <a:gd name="connsiteY18-4558" fmla="*/ 5621091 h 6867525"/>
              <a:gd name="connsiteX19-4559" fmla="*/ 6497246 w 9144000"/>
              <a:gd name="connsiteY19-4560" fmla="*/ 5176060 h 6867525"/>
              <a:gd name="connsiteX20-4561" fmla="*/ 6636466 w 9144000"/>
              <a:gd name="connsiteY20-4562" fmla="*/ 4873617 h 6867525"/>
              <a:gd name="connsiteX21-4563" fmla="*/ 6636319 w 9144000"/>
              <a:gd name="connsiteY21-4564" fmla="*/ 2106040 h 6867525"/>
              <a:gd name="connsiteX22-4565" fmla="*/ 6542445 w 9144000"/>
              <a:gd name="connsiteY22-4566" fmla="*/ 1737498 h 6867525"/>
              <a:gd name="connsiteX23-4567" fmla="*/ 6094701 w 9144000"/>
              <a:gd name="connsiteY23-4568" fmla="*/ 1604868 h 6867525"/>
              <a:gd name="connsiteX24-4569" fmla="*/ 4089666 w 9144000"/>
              <a:gd name="connsiteY24-4570" fmla="*/ 8461 h 6867525"/>
              <a:gd name="connsiteX25-4571" fmla="*/ 3439138 w 9144000"/>
              <a:gd name="connsiteY25-4572" fmla="*/ 669454 h 6867525"/>
              <a:gd name="connsiteX26-4573" fmla="*/ 3423750 w 9144000"/>
              <a:gd name="connsiteY26-4574" fmla="*/ 1302898 h 6867525"/>
              <a:gd name="connsiteX27-4575" fmla="*/ 3211664 w 9144000"/>
              <a:gd name="connsiteY27-4576" fmla="*/ 1295944 h 6867525"/>
              <a:gd name="connsiteX28-4577" fmla="*/ 3072592 w 9144000"/>
              <a:gd name="connsiteY28-4578" fmla="*/ 1608857 h 6867525"/>
              <a:gd name="connsiteX29-4579" fmla="*/ 2448007 w 9144000"/>
              <a:gd name="connsiteY29-4580" fmla="*/ 1648301 h 6867525"/>
              <a:gd name="connsiteX30-4581" fmla="*/ 2377956 w 9144000"/>
              <a:gd name="connsiteY30-4582" fmla="*/ 1587018 h 6867525"/>
              <a:gd name="connsiteX31-4583" fmla="*/ 2443510 w 9144000"/>
              <a:gd name="connsiteY31-4584" fmla="*/ 1348385 h 6867525"/>
              <a:gd name="connsiteX32-4585" fmla="*/ 2244287 w 9144000"/>
              <a:gd name="connsiteY32-4586" fmla="*/ 1332439 h 6867525"/>
              <a:gd name="connsiteX0-4587" fmla="*/ 0 w 9144000"/>
              <a:gd name="connsiteY0-4588" fmla="*/ 0 h 6867525"/>
              <a:gd name="connsiteX1-4589" fmla="*/ 9144000 w 9144000"/>
              <a:gd name="connsiteY1-4590" fmla="*/ 0 h 6867525"/>
              <a:gd name="connsiteX2-4591" fmla="*/ 9144000 w 9144000"/>
              <a:gd name="connsiteY2-4592" fmla="*/ 6867525 h 6867525"/>
              <a:gd name="connsiteX3-4593" fmla="*/ 0 w 9144000"/>
              <a:gd name="connsiteY3-4594" fmla="*/ 6867525 h 6867525"/>
              <a:gd name="connsiteX4-4595" fmla="*/ 0 w 9144000"/>
              <a:gd name="connsiteY4-4596" fmla="*/ 0 h 6867525"/>
              <a:gd name="connsiteX5-4597" fmla="*/ 2244287 w 9144000"/>
              <a:gd name="connsiteY5-4598" fmla="*/ 1332439 h 6867525"/>
              <a:gd name="connsiteX6-4599" fmla="*/ 2091218 w 9144000"/>
              <a:gd name="connsiteY6-4600" fmla="*/ 1696326 h 6867525"/>
              <a:gd name="connsiteX7-4601" fmla="*/ 2523257 w 9144000"/>
              <a:gd name="connsiteY7-4602" fmla="*/ 1970444 h 6867525"/>
              <a:gd name="connsiteX8-4603" fmla="*/ 2513691 w 9144000"/>
              <a:gd name="connsiteY8-4604" fmla="*/ 4822298 h 6867525"/>
              <a:gd name="connsiteX9-4605" fmla="*/ 2950904 w 9144000"/>
              <a:gd name="connsiteY9-4606" fmla="*/ 5269933 h 6867525"/>
              <a:gd name="connsiteX10-4607" fmla="*/ 5687151 w 9144000"/>
              <a:gd name="connsiteY10-4608" fmla="*/ 5276887 h 6867525"/>
              <a:gd name="connsiteX11-4609" fmla="*/ 5777546 w 9144000"/>
              <a:gd name="connsiteY11-4610" fmla="*/ 5370760 h 6867525"/>
              <a:gd name="connsiteX12-4611" fmla="*/ 5708012 w 9144000"/>
              <a:gd name="connsiteY12-4612" fmla="*/ 5621090 h 6867525"/>
              <a:gd name="connsiteX13-4613" fmla="*/ 5906189 w 9144000"/>
              <a:gd name="connsiteY13-4614" fmla="*/ 5624568 h 6867525"/>
              <a:gd name="connsiteX14-4615" fmla="*/ 6059169 w 9144000"/>
              <a:gd name="connsiteY14-4616" fmla="*/ 5269934 h 6867525"/>
              <a:gd name="connsiteX15-4617" fmla="*/ 6128705 w 9144000"/>
              <a:gd name="connsiteY15-4618" fmla="*/ 5273411 h 6867525"/>
              <a:gd name="connsiteX16-4619" fmla="*/ 6208670 w 9144000"/>
              <a:gd name="connsiteY16-4620" fmla="*/ 5370760 h 6867525"/>
              <a:gd name="connsiteX17-4621" fmla="*/ 6135658 w 9144000"/>
              <a:gd name="connsiteY17-4622" fmla="*/ 5621091 h 6867525"/>
              <a:gd name="connsiteX18-4623" fmla="*/ 6340790 w 9144000"/>
              <a:gd name="connsiteY18-4624" fmla="*/ 5621091 h 6867525"/>
              <a:gd name="connsiteX19-4625" fmla="*/ 6497246 w 9144000"/>
              <a:gd name="connsiteY19-4626" fmla="*/ 5176060 h 6867525"/>
              <a:gd name="connsiteX20-4627" fmla="*/ 6636466 w 9144000"/>
              <a:gd name="connsiteY20-4628" fmla="*/ 4873617 h 6867525"/>
              <a:gd name="connsiteX21-4629" fmla="*/ 6636319 w 9144000"/>
              <a:gd name="connsiteY21-4630" fmla="*/ 2106040 h 6867525"/>
              <a:gd name="connsiteX22-4631" fmla="*/ 6542445 w 9144000"/>
              <a:gd name="connsiteY22-4632" fmla="*/ 1737498 h 6867525"/>
              <a:gd name="connsiteX23-4633" fmla="*/ 6094701 w 9144000"/>
              <a:gd name="connsiteY23-4634" fmla="*/ 1604868 h 6867525"/>
              <a:gd name="connsiteX24-4635" fmla="*/ 4089666 w 9144000"/>
              <a:gd name="connsiteY24-4636" fmla="*/ 8461 h 6867525"/>
              <a:gd name="connsiteX25-4637" fmla="*/ 3439138 w 9144000"/>
              <a:gd name="connsiteY25-4638" fmla="*/ 669454 h 6867525"/>
              <a:gd name="connsiteX26-4639" fmla="*/ 3423750 w 9144000"/>
              <a:gd name="connsiteY26-4640" fmla="*/ 1302898 h 6867525"/>
              <a:gd name="connsiteX27-4641" fmla="*/ 3211664 w 9144000"/>
              <a:gd name="connsiteY27-4642" fmla="*/ 1295944 h 6867525"/>
              <a:gd name="connsiteX28-4643" fmla="*/ 3072592 w 9144000"/>
              <a:gd name="connsiteY28-4644" fmla="*/ 1608857 h 6867525"/>
              <a:gd name="connsiteX29-4645" fmla="*/ 2448007 w 9144000"/>
              <a:gd name="connsiteY29-4646" fmla="*/ 1648301 h 6867525"/>
              <a:gd name="connsiteX30-4647" fmla="*/ 2377956 w 9144000"/>
              <a:gd name="connsiteY30-4648" fmla="*/ 1587018 h 6867525"/>
              <a:gd name="connsiteX31-4649" fmla="*/ 2443510 w 9144000"/>
              <a:gd name="connsiteY31-4650" fmla="*/ 1348385 h 6867525"/>
              <a:gd name="connsiteX32-4651" fmla="*/ 2244287 w 9144000"/>
              <a:gd name="connsiteY32-4652" fmla="*/ 1332439 h 6867525"/>
              <a:gd name="connsiteX0-4653" fmla="*/ 0 w 9144000"/>
              <a:gd name="connsiteY0-4654" fmla="*/ 0 h 6867525"/>
              <a:gd name="connsiteX1-4655" fmla="*/ 9144000 w 9144000"/>
              <a:gd name="connsiteY1-4656" fmla="*/ 0 h 6867525"/>
              <a:gd name="connsiteX2-4657" fmla="*/ 9144000 w 9144000"/>
              <a:gd name="connsiteY2-4658" fmla="*/ 6867525 h 6867525"/>
              <a:gd name="connsiteX3-4659" fmla="*/ 0 w 9144000"/>
              <a:gd name="connsiteY3-4660" fmla="*/ 6867525 h 6867525"/>
              <a:gd name="connsiteX4-4661" fmla="*/ 0 w 9144000"/>
              <a:gd name="connsiteY4-4662" fmla="*/ 0 h 6867525"/>
              <a:gd name="connsiteX5-4663" fmla="*/ 2244287 w 9144000"/>
              <a:gd name="connsiteY5-4664" fmla="*/ 1332439 h 6867525"/>
              <a:gd name="connsiteX6-4665" fmla="*/ 2091218 w 9144000"/>
              <a:gd name="connsiteY6-4666" fmla="*/ 1696326 h 6867525"/>
              <a:gd name="connsiteX7-4667" fmla="*/ 2523257 w 9144000"/>
              <a:gd name="connsiteY7-4668" fmla="*/ 1970444 h 6867525"/>
              <a:gd name="connsiteX8-4669" fmla="*/ 2513691 w 9144000"/>
              <a:gd name="connsiteY8-4670" fmla="*/ 4822298 h 6867525"/>
              <a:gd name="connsiteX9-4671" fmla="*/ 2950904 w 9144000"/>
              <a:gd name="connsiteY9-4672" fmla="*/ 5269933 h 6867525"/>
              <a:gd name="connsiteX10-4673" fmla="*/ 5687151 w 9144000"/>
              <a:gd name="connsiteY10-4674" fmla="*/ 5276887 h 6867525"/>
              <a:gd name="connsiteX11-4675" fmla="*/ 5777546 w 9144000"/>
              <a:gd name="connsiteY11-4676" fmla="*/ 5370760 h 6867525"/>
              <a:gd name="connsiteX12-4677" fmla="*/ 5708012 w 9144000"/>
              <a:gd name="connsiteY12-4678" fmla="*/ 5621090 h 6867525"/>
              <a:gd name="connsiteX13-4679" fmla="*/ 5906189 w 9144000"/>
              <a:gd name="connsiteY13-4680" fmla="*/ 5624568 h 6867525"/>
              <a:gd name="connsiteX14-4681" fmla="*/ 6059169 w 9144000"/>
              <a:gd name="connsiteY14-4682" fmla="*/ 5269934 h 6867525"/>
              <a:gd name="connsiteX15-4683" fmla="*/ 6128705 w 9144000"/>
              <a:gd name="connsiteY15-4684" fmla="*/ 5273411 h 6867525"/>
              <a:gd name="connsiteX16-4685" fmla="*/ 6208670 w 9144000"/>
              <a:gd name="connsiteY16-4686" fmla="*/ 5370760 h 6867525"/>
              <a:gd name="connsiteX17-4687" fmla="*/ 6135658 w 9144000"/>
              <a:gd name="connsiteY17-4688" fmla="*/ 5621091 h 6867525"/>
              <a:gd name="connsiteX18-4689" fmla="*/ 6340790 w 9144000"/>
              <a:gd name="connsiteY18-4690" fmla="*/ 5621091 h 6867525"/>
              <a:gd name="connsiteX19-4691" fmla="*/ 6497246 w 9144000"/>
              <a:gd name="connsiteY19-4692" fmla="*/ 5176060 h 6867525"/>
              <a:gd name="connsiteX20-4693" fmla="*/ 6636466 w 9144000"/>
              <a:gd name="connsiteY20-4694" fmla="*/ 4873617 h 6867525"/>
              <a:gd name="connsiteX21-4695" fmla="*/ 6636319 w 9144000"/>
              <a:gd name="connsiteY21-4696" fmla="*/ 2106040 h 6867525"/>
              <a:gd name="connsiteX22-4697" fmla="*/ 6542445 w 9144000"/>
              <a:gd name="connsiteY22-4698" fmla="*/ 1737498 h 6867525"/>
              <a:gd name="connsiteX23-4699" fmla="*/ 6094701 w 9144000"/>
              <a:gd name="connsiteY23-4700" fmla="*/ 1604868 h 6867525"/>
              <a:gd name="connsiteX24-4701" fmla="*/ 4089666 w 9144000"/>
              <a:gd name="connsiteY24-4702" fmla="*/ 8461 h 6867525"/>
              <a:gd name="connsiteX25-4703" fmla="*/ 3439138 w 9144000"/>
              <a:gd name="connsiteY25-4704" fmla="*/ 669454 h 6867525"/>
              <a:gd name="connsiteX26-4705" fmla="*/ 3423750 w 9144000"/>
              <a:gd name="connsiteY26-4706" fmla="*/ 1302898 h 6867525"/>
              <a:gd name="connsiteX27-4707" fmla="*/ 3211664 w 9144000"/>
              <a:gd name="connsiteY27-4708" fmla="*/ 1295944 h 6867525"/>
              <a:gd name="connsiteX28-4709" fmla="*/ 3072592 w 9144000"/>
              <a:gd name="connsiteY28-4710" fmla="*/ 1608857 h 6867525"/>
              <a:gd name="connsiteX29-4711" fmla="*/ 2448007 w 9144000"/>
              <a:gd name="connsiteY29-4712" fmla="*/ 1648301 h 6867525"/>
              <a:gd name="connsiteX30-4713" fmla="*/ 2377956 w 9144000"/>
              <a:gd name="connsiteY30-4714" fmla="*/ 1587018 h 6867525"/>
              <a:gd name="connsiteX31-4715" fmla="*/ 2443510 w 9144000"/>
              <a:gd name="connsiteY31-4716" fmla="*/ 1348385 h 6867525"/>
              <a:gd name="connsiteX32-4717" fmla="*/ 2244287 w 9144000"/>
              <a:gd name="connsiteY32-4718" fmla="*/ 1332439 h 6867525"/>
              <a:gd name="connsiteX0-4719" fmla="*/ 0 w 9144000"/>
              <a:gd name="connsiteY0-4720" fmla="*/ 0 h 6867525"/>
              <a:gd name="connsiteX1-4721" fmla="*/ 9144000 w 9144000"/>
              <a:gd name="connsiteY1-4722" fmla="*/ 0 h 6867525"/>
              <a:gd name="connsiteX2-4723" fmla="*/ 9144000 w 9144000"/>
              <a:gd name="connsiteY2-4724" fmla="*/ 6867525 h 6867525"/>
              <a:gd name="connsiteX3-4725" fmla="*/ 0 w 9144000"/>
              <a:gd name="connsiteY3-4726" fmla="*/ 6867525 h 6867525"/>
              <a:gd name="connsiteX4-4727" fmla="*/ 0 w 9144000"/>
              <a:gd name="connsiteY4-4728" fmla="*/ 0 h 6867525"/>
              <a:gd name="connsiteX5-4729" fmla="*/ 2244287 w 9144000"/>
              <a:gd name="connsiteY5-4730" fmla="*/ 1332439 h 6867525"/>
              <a:gd name="connsiteX6-4731" fmla="*/ 2091218 w 9144000"/>
              <a:gd name="connsiteY6-4732" fmla="*/ 1696326 h 6867525"/>
              <a:gd name="connsiteX7-4733" fmla="*/ 2523257 w 9144000"/>
              <a:gd name="connsiteY7-4734" fmla="*/ 1970444 h 6867525"/>
              <a:gd name="connsiteX8-4735" fmla="*/ 2513691 w 9144000"/>
              <a:gd name="connsiteY8-4736" fmla="*/ 4822298 h 6867525"/>
              <a:gd name="connsiteX9-4737" fmla="*/ 2950904 w 9144000"/>
              <a:gd name="connsiteY9-4738" fmla="*/ 5269933 h 6867525"/>
              <a:gd name="connsiteX10-4739" fmla="*/ 5687151 w 9144000"/>
              <a:gd name="connsiteY10-4740" fmla="*/ 5276887 h 6867525"/>
              <a:gd name="connsiteX11-4741" fmla="*/ 5777546 w 9144000"/>
              <a:gd name="connsiteY11-4742" fmla="*/ 5370760 h 6867525"/>
              <a:gd name="connsiteX12-4743" fmla="*/ 5708012 w 9144000"/>
              <a:gd name="connsiteY12-4744" fmla="*/ 5621090 h 6867525"/>
              <a:gd name="connsiteX13-4745" fmla="*/ 5906189 w 9144000"/>
              <a:gd name="connsiteY13-4746" fmla="*/ 5624568 h 6867525"/>
              <a:gd name="connsiteX14-4747" fmla="*/ 6059169 w 9144000"/>
              <a:gd name="connsiteY14-4748" fmla="*/ 5269934 h 6867525"/>
              <a:gd name="connsiteX15-4749" fmla="*/ 6128705 w 9144000"/>
              <a:gd name="connsiteY15-4750" fmla="*/ 5273411 h 6867525"/>
              <a:gd name="connsiteX16-4751" fmla="*/ 6208670 w 9144000"/>
              <a:gd name="connsiteY16-4752" fmla="*/ 5370760 h 6867525"/>
              <a:gd name="connsiteX17-4753" fmla="*/ 6135658 w 9144000"/>
              <a:gd name="connsiteY17-4754" fmla="*/ 5621091 h 6867525"/>
              <a:gd name="connsiteX18-4755" fmla="*/ 6340790 w 9144000"/>
              <a:gd name="connsiteY18-4756" fmla="*/ 5621091 h 6867525"/>
              <a:gd name="connsiteX19-4757" fmla="*/ 6497246 w 9144000"/>
              <a:gd name="connsiteY19-4758" fmla="*/ 5176060 h 6867525"/>
              <a:gd name="connsiteX20-4759" fmla="*/ 6636466 w 9144000"/>
              <a:gd name="connsiteY20-4760" fmla="*/ 4873617 h 6867525"/>
              <a:gd name="connsiteX21-4761" fmla="*/ 6636319 w 9144000"/>
              <a:gd name="connsiteY21-4762" fmla="*/ 2106040 h 6867525"/>
              <a:gd name="connsiteX22-4763" fmla="*/ 6542445 w 9144000"/>
              <a:gd name="connsiteY22-4764" fmla="*/ 1737498 h 6867525"/>
              <a:gd name="connsiteX23-4765" fmla="*/ 6094701 w 9144000"/>
              <a:gd name="connsiteY23-4766" fmla="*/ 1604868 h 6867525"/>
              <a:gd name="connsiteX24-4767" fmla="*/ 4089666 w 9144000"/>
              <a:gd name="connsiteY24-4768" fmla="*/ 8461 h 6867525"/>
              <a:gd name="connsiteX25-4769" fmla="*/ 3439138 w 9144000"/>
              <a:gd name="connsiteY25-4770" fmla="*/ 669454 h 6867525"/>
              <a:gd name="connsiteX26-4771" fmla="*/ 3423750 w 9144000"/>
              <a:gd name="connsiteY26-4772" fmla="*/ 1302898 h 6867525"/>
              <a:gd name="connsiteX27-4773" fmla="*/ 3211664 w 9144000"/>
              <a:gd name="connsiteY27-4774" fmla="*/ 1295944 h 6867525"/>
              <a:gd name="connsiteX28-4775" fmla="*/ 2599256 w 9144000"/>
              <a:gd name="connsiteY28-4776" fmla="*/ 1497695 h 6867525"/>
              <a:gd name="connsiteX29-4777" fmla="*/ 2448007 w 9144000"/>
              <a:gd name="connsiteY29-4778" fmla="*/ 1648301 h 6867525"/>
              <a:gd name="connsiteX30-4779" fmla="*/ 2377956 w 9144000"/>
              <a:gd name="connsiteY30-4780" fmla="*/ 1587018 h 6867525"/>
              <a:gd name="connsiteX31-4781" fmla="*/ 2443510 w 9144000"/>
              <a:gd name="connsiteY31-4782" fmla="*/ 1348385 h 6867525"/>
              <a:gd name="connsiteX32-4783" fmla="*/ 2244287 w 9144000"/>
              <a:gd name="connsiteY32-4784" fmla="*/ 1332439 h 6867525"/>
              <a:gd name="connsiteX0-4785" fmla="*/ 0 w 9144000"/>
              <a:gd name="connsiteY0-4786" fmla="*/ 0 h 6867525"/>
              <a:gd name="connsiteX1-4787" fmla="*/ 9144000 w 9144000"/>
              <a:gd name="connsiteY1-4788" fmla="*/ 0 h 6867525"/>
              <a:gd name="connsiteX2-4789" fmla="*/ 9144000 w 9144000"/>
              <a:gd name="connsiteY2-4790" fmla="*/ 6867525 h 6867525"/>
              <a:gd name="connsiteX3-4791" fmla="*/ 0 w 9144000"/>
              <a:gd name="connsiteY3-4792" fmla="*/ 6867525 h 6867525"/>
              <a:gd name="connsiteX4-4793" fmla="*/ 0 w 9144000"/>
              <a:gd name="connsiteY4-4794" fmla="*/ 0 h 6867525"/>
              <a:gd name="connsiteX5-4795" fmla="*/ 2244287 w 9144000"/>
              <a:gd name="connsiteY5-4796" fmla="*/ 1332439 h 6867525"/>
              <a:gd name="connsiteX6-4797" fmla="*/ 2091218 w 9144000"/>
              <a:gd name="connsiteY6-4798" fmla="*/ 1696326 h 6867525"/>
              <a:gd name="connsiteX7-4799" fmla="*/ 2523257 w 9144000"/>
              <a:gd name="connsiteY7-4800" fmla="*/ 1970444 h 6867525"/>
              <a:gd name="connsiteX8-4801" fmla="*/ 2513691 w 9144000"/>
              <a:gd name="connsiteY8-4802" fmla="*/ 4822298 h 6867525"/>
              <a:gd name="connsiteX9-4803" fmla="*/ 2950904 w 9144000"/>
              <a:gd name="connsiteY9-4804" fmla="*/ 5269933 h 6867525"/>
              <a:gd name="connsiteX10-4805" fmla="*/ 5687151 w 9144000"/>
              <a:gd name="connsiteY10-4806" fmla="*/ 5276887 h 6867525"/>
              <a:gd name="connsiteX11-4807" fmla="*/ 5777546 w 9144000"/>
              <a:gd name="connsiteY11-4808" fmla="*/ 5370760 h 6867525"/>
              <a:gd name="connsiteX12-4809" fmla="*/ 5708012 w 9144000"/>
              <a:gd name="connsiteY12-4810" fmla="*/ 5621090 h 6867525"/>
              <a:gd name="connsiteX13-4811" fmla="*/ 5906189 w 9144000"/>
              <a:gd name="connsiteY13-4812" fmla="*/ 5624568 h 6867525"/>
              <a:gd name="connsiteX14-4813" fmla="*/ 6059169 w 9144000"/>
              <a:gd name="connsiteY14-4814" fmla="*/ 5269934 h 6867525"/>
              <a:gd name="connsiteX15-4815" fmla="*/ 6128705 w 9144000"/>
              <a:gd name="connsiteY15-4816" fmla="*/ 5273411 h 6867525"/>
              <a:gd name="connsiteX16-4817" fmla="*/ 6208670 w 9144000"/>
              <a:gd name="connsiteY16-4818" fmla="*/ 5370760 h 6867525"/>
              <a:gd name="connsiteX17-4819" fmla="*/ 6135658 w 9144000"/>
              <a:gd name="connsiteY17-4820" fmla="*/ 5621091 h 6867525"/>
              <a:gd name="connsiteX18-4821" fmla="*/ 6340790 w 9144000"/>
              <a:gd name="connsiteY18-4822" fmla="*/ 5621091 h 6867525"/>
              <a:gd name="connsiteX19-4823" fmla="*/ 6497246 w 9144000"/>
              <a:gd name="connsiteY19-4824" fmla="*/ 5176060 h 6867525"/>
              <a:gd name="connsiteX20-4825" fmla="*/ 6636466 w 9144000"/>
              <a:gd name="connsiteY20-4826" fmla="*/ 4873617 h 6867525"/>
              <a:gd name="connsiteX21-4827" fmla="*/ 6636319 w 9144000"/>
              <a:gd name="connsiteY21-4828" fmla="*/ 2106040 h 6867525"/>
              <a:gd name="connsiteX22-4829" fmla="*/ 6542445 w 9144000"/>
              <a:gd name="connsiteY22-4830" fmla="*/ 1737498 h 6867525"/>
              <a:gd name="connsiteX23-4831" fmla="*/ 6094701 w 9144000"/>
              <a:gd name="connsiteY23-4832" fmla="*/ 1604868 h 6867525"/>
              <a:gd name="connsiteX24-4833" fmla="*/ 4089666 w 9144000"/>
              <a:gd name="connsiteY24-4834" fmla="*/ 8461 h 6867525"/>
              <a:gd name="connsiteX25-4835" fmla="*/ 3439138 w 9144000"/>
              <a:gd name="connsiteY25-4836" fmla="*/ 669454 h 6867525"/>
              <a:gd name="connsiteX26-4837" fmla="*/ 3423750 w 9144000"/>
              <a:gd name="connsiteY26-4838" fmla="*/ 1302898 h 6867525"/>
              <a:gd name="connsiteX27-4839" fmla="*/ 3211664 w 9144000"/>
              <a:gd name="connsiteY27-4840" fmla="*/ 1295944 h 6867525"/>
              <a:gd name="connsiteX28-4841" fmla="*/ 2599256 w 9144000"/>
              <a:gd name="connsiteY28-4842" fmla="*/ 1497695 h 6867525"/>
              <a:gd name="connsiteX29-4843" fmla="*/ 2448007 w 9144000"/>
              <a:gd name="connsiteY29-4844" fmla="*/ 1648301 h 6867525"/>
              <a:gd name="connsiteX30-4845" fmla="*/ 2377956 w 9144000"/>
              <a:gd name="connsiteY30-4846" fmla="*/ 1587018 h 6867525"/>
              <a:gd name="connsiteX31-4847" fmla="*/ 2443510 w 9144000"/>
              <a:gd name="connsiteY31-4848" fmla="*/ 1348385 h 6867525"/>
              <a:gd name="connsiteX32-4849" fmla="*/ 2244287 w 9144000"/>
              <a:gd name="connsiteY32-4850" fmla="*/ 1332439 h 6867525"/>
              <a:gd name="connsiteX0-4851" fmla="*/ 0 w 9144000"/>
              <a:gd name="connsiteY0-4852" fmla="*/ 0 h 6867525"/>
              <a:gd name="connsiteX1-4853" fmla="*/ 9144000 w 9144000"/>
              <a:gd name="connsiteY1-4854" fmla="*/ 0 h 6867525"/>
              <a:gd name="connsiteX2-4855" fmla="*/ 9144000 w 9144000"/>
              <a:gd name="connsiteY2-4856" fmla="*/ 6867525 h 6867525"/>
              <a:gd name="connsiteX3-4857" fmla="*/ 0 w 9144000"/>
              <a:gd name="connsiteY3-4858" fmla="*/ 6867525 h 6867525"/>
              <a:gd name="connsiteX4-4859" fmla="*/ 0 w 9144000"/>
              <a:gd name="connsiteY4-4860" fmla="*/ 0 h 6867525"/>
              <a:gd name="connsiteX5-4861" fmla="*/ 2244287 w 9144000"/>
              <a:gd name="connsiteY5-4862" fmla="*/ 1332439 h 6867525"/>
              <a:gd name="connsiteX6-4863" fmla="*/ 2091218 w 9144000"/>
              <a:gd name="connsiteY6-4864" fmla="*/ 1696326 h 6867525"/>
              <a:gd name="connsiteX7-4865" fmla="*/ 2523257 w 9144000"/>
              <a:gd name="connsiteY7-4866" fmla="*/ 1970444 h 6867525"/>
              <a:gd name="connsiteX8-4867" fmla="*/ 2513691 w 9144000"/>
              <a:gd name="connsiteY8-4868" fmla="*/ 4822298 h 6867525"/>
              <a:gd name="connsiteX9-4869" fmla="*/ 2950904 w 9144000"/>
              <a:gd name="connsiteY9-4870" fmla="*/ 5269933 h 6867525"/>
              <a:gd name="connsiteX10-4871" fmla="*/ 5687151 w 9144000"/>
              <a:gd name="connsiteY10-4872" fmla="*/ 5276887 h 6867525"/>
              <a:gd name="connsiteX11-4873" fmla="*/ 5777546 w 9144000"/>
              <a:gd name="connsiteY11-4874" fmla="*/ 5370760 h 6867525"/>
              <a:gd name="connsiteX12-4875" fmla="*/ 5708012 w 9144000"/>
              <a:gd name="connsiteY12-4876" fmla="*/ 5621090 h 6867525"/>
              <a:gd name="connsiteX13-4877" fmla="*/ 5906189 w 9144000"/>
              <a:gd name="connsiteY13-4878" fmla="*/ 5624568 h 6867525"/>
              <a:gd name="connsiteX14-4879" fmla="*/ 6059169 w 9144000"/>
              <a:gd name="connsiteY14-4880" fmla="*/ 5269934 h 6867525"/>
              <a:gd name="connsiteX15-4881" fmla="*/ 6128705 w 9144000"/>
              <a:gd name="connsiteY15-4882" fmla="*/ 5273411 h 6867525"/>
              <a:gd name="connsiteX16-4883" fmla="*/ 6208670 w 9144000"/>
              <a:gd name="connsiteY16-4884" fmla="*/ 5370760 h 6867525"/>
              <a:gd name="connsiteX17-4885" fmla="*/ 6135658 w 9144000"/>
              <a:gd name="connsiteY17-4886" fmla="*/ 5621091 h 6867525"/>
              <a:gd name="connsiteX18-4887" fmla="*/ 6340790 w 9144000"/>
              <a:gd name="connsiteY18-4888" fmla="*/ 5621091 h 6867525"/>
              <a:gd name="connsiteX19-4889" fmla="*/ 6497246 w 9144000"/>
              <a:gd name="connsiteY19-4890" fmla="*/ 5176060 h 6867525"/>
              <a:gd name="connsiteX20-4891" fmla="*/ 6636466 w 9144000"/>
              <a:gd name="connsiteY20-4892" fmla="*/ 4873617 h 6867525"/>
              <a:gd name="connsiteX21-4893" fmla="*/ 6636319 w 9144000"/>
              <a:gd name="connsiteY21-4894" fmla="*/ 2106040 h 6867525"/>
              <a:gd name="connsiteX22-4895" fmla="*/ 6542445 w 9144000"/>
              <a:gd name="connsiteY22-4896" fmla="*/ 1737498 h 6867525"/>
              <a:gd name="connsiteX23-4897" fmla="*/ 6094701 w 9144000"/>
              <a:gd name="connsiteY23-4898" fmla="*/ 1604868 h 6867525"/>
              <a:gd name="connsiteX24-4899" fmla="*/ 4089666 w 9144000"/>
              <a:gd name="connsiteY24-4900" fmla="*/ 8461 h 6867525"/>
              <a:gd name="connsiteX25-4901" fmla="*/ 3439138 w 9144000"/>
              <a:gd name="connsiteY25-4902" fmla="*/ 669454 h 6867525"/>
              <a:gd name="connsiteX26-4903" fmla="*/ 3423750 w 9144000"/>
              <a:gd name="connsiteY26-4904" fmla="*/ 1302898 h 6867525"/>
              <a:gd name="connsiteX27-4905" fmla="*/ 3211664 w 9144000"/>
              <a:gd name="connsiteY27-4906" fmla="*/ 1295944 h 6867525"/>
              <a:gd name="connsiteX28-4907" fmla="*/ 2599256 w 9144000"/>
              <a:gd name="connsiteY28-4908" fmla="*/ 1497695 h 6867525"/>
              <a:gd name="connsiteX29-4909" fmla="*/ 2448007 w 9144000"/>
              <a:gd name="connsiteY29-4910" fmla="*/ 1648301 h 6867525"/>
              <a:gd name="connsiteX30-4911" fmla="*/ 2377956 w 9144000"/>
              <a:gd name="connsiteY30-4912" fmla="*/ 1587018 h 6867525"/>
              <a:gd name="connsiteX31-4913" fmla="*/ 2443510 w 9144000"/>
              <a:gd name="connsiteY31-4914" fmla="*/ 1348385 h 6867525"/>
              <a:gd name="connsiteX32-4915" fmla="*/ 2244287 w 9144000"/>
              <a:gd name="connsiteY32-4916" fmla="*/ 1332439 h 6867525"/>
              <a:gd name="connsiteX0-4917" fmla="*/ 0 w 9144000"/>
              <a:gd name="connsiteY0-4918" fmla="*/ 0 h 6867525"/>
              <a:gd name="connsiteX1-4919" fmla="*/ 9144000 w 9144000"/>
              <a:gd name="connsiteY1-4920" fmla="*/ 0 h 6867525"/>
              <a:gd name="connsiteX2-4921" fmla="*/ 9144000 w 9144000"/>
              <a:gd name="connsiteY2-4922" fmla="*/ 6867525 h 6867525"/>
              <a:gd name="connsiteX3-4923" fmla="*/ 0 w 9144000"/>
              <a:gd name="connsiteY3-4924" fmla="*/ 6867525 h 6867525"/>
              <a:gd name="connsiteX4-4925" fmla="*/ 0 w 9144000"/>
              <a:gd name="connsiteY4-4926" fmla="*/ 0 h 6867525"/>
              <a:gd name="connsiteX5-4927" fmla="*/ 2244287 w 9144000"/>
              <a:gd name="connsiteY5-4928" fmla="*/ 1332439 h 6867525"/>
              <a:gd name="connsiteX6-4929" fmla="*/ 2091218 w 9144000"/>
              <a:gd name="connsiteY6-4930" fmla="*/ 1696326 h 6867525"/>
              <a:gd name="connsiteX7-4931" fmla="*/ 2523257 w 9144000"/>
              <a:gd name="connsiteY7-4932" fmla="*/ 1970444 h 6867525"/>
              <a:gd name="connsiteX8-4933" fmla="*/ 2513691 w 9144000"/>
              <a:gd name="connsiteY8-4934" fmla="*/ 4822298 h 6867525"/>
              <a:gd name="connsiteX9-4935" fmla="*/ 2950904 w 9144000"/>
              <a:gd name="connsiteY9-4936" fmla="*/ 5269933 h 6867525"/>
              <a:gd name="connsiteX10-4937" fmla="*/ 5687151 w 9144000"/>
              <a:gd name="connsiteY10-4938" fmla="*/ 5276887 h 6867525"/>
              <a:gd name="connsiteX11-4939" fmla="*/ 5777546 w 9144000"/>
              <a:gd name="connsiteY11-4940" fmla="*/ 5370760 h 6867525"/>
              <a:gd name="connsiteX12-4941" fmla="*/ 5708012 w 9144000"/>
              <a:gd name="connsiteY12-4942" fmla="*/ 5621090 h 6867525"/>
              <a:gd name="connsiteX13-4943" fmla="*/ 5906189 w 9144000"/>
              <a:gd name="connsiteY13-4944" fmla="*/ 5624568 h 6867525"/>
              <a:gd name="connsiteX14-4945" fmla="*/ 6059169 w 9144000"/>
              <a:gd name="connsiteY14-4946" fmla="*/ 5269934 h 6867525"/>
              <a:gd name="connsiteX15-4947" fmla="*/ 6128705 w 9144000"/>
              <a:gd name="connsiteY15-4948" fmla="*/ 5273411 h 6867525"/>
              <a:gd name="connsiteX16-4949" fmla="*/ 6208670 w 9144000"/>
              <a:gd name="connsiteY16-4950" fmla="*/ 5370760 h 6867525"/>
              <a:gd name="connsiteX17-4951" fmla="*/ 6135658 w 9144000"/>
              <a:gd name="connsiteY17-4952" fmla="*/ 5621091 h 6867525"/>
              <a:gd name="connsiteX18-4953" fmla="*/ 6340790 w 9144000"/>
              <a:gd name="connsiteY18-4954" fmla="*/ 5621091 h 6867525"/>
              <a:gd name="connsiteX19-4955" fmla="*/ 6497246 w 9144000"/>
              <a:gd name="connsiteY19-4956" fmla="*/ 5176060 h 6867525"/>
              <a:gd name="connsiteX20-4957" fmla="*/ 6636466 w 9144000"/>
              <a:gd name="connsiteY20-4958" fmla="*/ 4873617 h 6867525"/>
              <a:gd name="connsiteX21-4959" fmla="*/ 6636319 w 9144000"/>
              <a:gd name="connsiteY21-4960" fmla="*/ 2106040 h 6867525"/>
              <a:gd name="connsiteX22-4961" fmla="*/ 6542445 w 9144000"/>
              <a:gd name="connsiteY22-4962" fmla="*/ 1737498 h 6867525"/>
              <a:gd name="connsiteX23-4963" fmla="*/ 6094701 w 9144000"/>
              <a:gd name="connsiteY23-4964" fmla="*/ 1604868 h 6867525"/>
              <a:gd name="connsiteX24-4965" fmla="*/ 4089666 w 9144000"/>
              <a:gd name="connsiteY24-4966" fmla="*/ 8461 h 6867525"/>
              <a:gd name="connsiteX25-4967" fmla="*/ 3439138 w 9144000"/>
              <a:gd name="connsiteY25-4968" fmla="*/ 669454 h 6867525"/>
              <a:gd name="connsiteX26-4969" fmla="*/ 3423750 w 9144000"/>
              <a:gd name="connsiteY26-4970" fmla="*/ 1302898 h 6867525"/>
              <a:gd name="connsiteX27-4971" fmla="*/ 2677367 w 9144000"/>
              <a:gd name="connsiteY27-4972" fmla="*/ 1342560 h 6867525"/>
              <a:gd name="connsiteX28-4973" fmla="*/ 2599256 w 9144000"/>
              <a:gd name="connsiteY28-4974" fmla="*/ 1497695 h 6867525"/>
              <a:gd name="connsiteX29-4975" fmla="*/ 2448007 w 9144000"/>
              <a:gd name="connsiteY29-4976" fmla="*/ 1648301 h 6867525"/>
              <a:gd name="connsiteX30-4977" fmla="*/ 2377956 w 9144000"/>
              <a:gd name="connsiteY30-4978" fmla="*/ 1587018 h 6867525"/>
              <a:gd name="connsiteX31-4979" fmla="*/ 2443510 w 9144000"/>
              <a:gd name="connsiteY31-4980" fmla="*/ 1348385 h 6867525"/>
              <a:gd name="connsiteX32-4981" fmla="*/ 2244287 w 9144000"/>
              <a:gd name="connsiteY32-4982" fmla="*/ 1332439 h 6867525"/>
              <a:gd name="connsiteX0-4983" fmla="*/ 0 w 9144000"/>
              <a:gd name="connsiteY0-4984" fmla="*/ 0 h 6867525"/>
              <a:gd name="connsiteX1-4985" fmla="*/ 9144000 w 9144000"/>
              <a:gd name="connsiteY1-4986" fmla="*/ 0 h 6867525"/>
              <a:gd name="connsiteX2-4987" fmla="*/ 9144000 w 9144000"/>
              <a:gd name="connsiteY2-4988" fmla="*/ 6867525 h 6867525"/>
              <a:gd name="connsiteX3-4989" fmla="*/ 0 w 9144000"/>
              <a:gd name="connsiteY3-4990" fmla="*/ 6867525 h 6867525"/>
              <a:gd name="connsiteX4-4991" fmla="*/ 0 w 9144000"/>
              <a:gd name="connsiteY4-4992" fmla="*/ 0 h 6867525"/>
              <a:gd name="connsiteX5-4993" fmla="*/ 2244287 w 9144000"/>
              <a:gd name="connsiteY5-4994" fmla="*/ 1332439 h 6867525"/>
              <a:gd name="connsiteX6-4995" fmla="*/ 2091218 w 9144000"/>
              <a:gd name="connsiteY6-4996" fmla="*/ 1696326 h 6867525"/>
              <a:gd name="connsiteX7-4997" fmla="*/ 2523257 w 9144000"/>
              <a:gd name="connsiteY7-4998" fmla="*/ 1970444 h 6867525"/>
              <a:gd name="connsiteX8-4999" fmla="*/ 2513691 w 9144000"/>
              <a:gd name="connsiteY8-5000" fmla="*/ 4822298 h 6867525"/>
              <a:gd name="connsiteX9-5001" fmla="*/ 2950904 w 9144000"/>
              <a:gd name="connsiteY9-5002" fmla="*/ 5269933 h 6867525"/>
              <a:gd name="connsiteX10-5003" fmla="*/ 5687151 w 9144000"/>
              <a:gd name="connsiteY10-5004" fmla="*/ 5276887 h 6867525"/>
              <a:gd name="connsiteX11-5005" fmla="*/ 5777546 w 9144000"/>
              <a:gd name="connsiteY11-5006" fmla="*/ 5370760 h 6867525"/>
              <a:gd name="connsiteX12-5007" fmla="*/ 5708012 w 9144000"/>
              <a:gd name="connsiteY12-5008" fmla="*/ 5621090 h 6867525"/>
              <a:gd name="connsiteX13-5009" fmla="*/ 5906189 w 9144000"/>
              <a:gd name="connsiteY13-5010" fmla="*/ 5624568 h 6867525"/>
              <a:gd name="connsiteX14-5011" fmla="*/ 6059169 w 9144000"/>
              <a:gd name="connsiteY14-5012" fmla="*/ 5269934 h 6867525"/>
              <a:gd name="connsiteX15-5013" fmla="*/ 6128705 w 9144000"/>
              <a:gd name="connsiteY15-5014" fmla="*/ 5273411 h 6867525"/>
              <a:gd name="connsiteX16-5015" fmla="*/ 6208670 w 9144000"/>
              <a:gd name="connsiteY16-5016" fmla="*/ 5370760 h 6867525"/>
              <a:gd name="connsiteX17-5017" fmla="*/ 6135658 w 9144000"/>
              <a:gd name="connsiteY17-5018" fmla="*/ 5621091 h 6867525"/>
              <a:gd name="connsiteX18-5019" fmla="*/ 6340790 w 9144000"/>
              <a:gd name="connsiteY18-5020" fmla="*/ 5621091 h 6867525"/>
              <a:gd name="connsiteX19-5021" fmla="*/ 6497246 w 9144000"/>
              <a:gd name="connsiteY19-5022" fmla="*/ 5176060 h 6867525"/>
              <a:gd name="connsiteX20-5023" fmla="*/ 6636466 w 9144000"/>
              <a:gd name="connsiteY20-5024" fmla="*/ 4873617 h 6867525"/>
              <a:gd name="connsiteX21-5025" fmla="*/ 6636319 w 9144000"/>
              <a:gd name="connsiteY21-5026" fmla="*/ 2106040 h 6867525"/>
              <a:gd name="connsiteX22-5027" fmla="*/ 6542445 w 9144000"/>
              <a:gd name="connsiteY22-5028" fmla="*/ 1737498 h 6867525"/>
              <a:gd name="connsiteX23-5029" fmla="*/ 6094701 w 9144000"/>
              <a:gd name="connsiteY23-5030" fmla="*/ 1604868 h 6867525"/>
              <a:gd name="connsiteX24-5031" fmla="*/ 4089666 w 9144000"/>
              <a:gd name="connsiteY24-5032" fmla="*/ 8461 h 6867525"/>
              <a:gd name="connsiteX25-5033" fmla="*/ 3439138 w 9144000"/>
              <a:gd name="connsiteY25-5034" fmla="*/ 669454 h 6867525"/>
              <a:gd name="connsiteX26-5035" fmla="*/ 3423750 w 9144000"/>
              <a:gd name="connsiteY26-5036" fmla="*/ 1302898 h 6867525"/>
              <a:gd name="connsiteX27-5037" fmla="*/ 2677367 w 9144000"/>
              <a:gd name="connsiteY27-5038" fmla="*/ 1342560 h 6867525"/>
              <a:gd name="connsiteX28-5039" fmla="*/ 2599256 w 9144000"/>
              <a:gd name="connsiteY28-5040" fmla="*/ 1497695 h 6867525"/>
              <a:gd name="connsiteX29-5041" fmla="*/ 2448007 w 9144000"/>
              <a:gd name="connsiteY29-5042" fmla="*/ 1648301 h 6867525"/>
              <a:gd name="connsiteX30-5043" fmla="*/ 2377956 w 9144000"/>
              <a:gd name="connsiteY30-5044" fmla="*/ 1587018 h 6867525"/>
              <a:gd name="connsiteX31-5045" fmla="*/ 2443510 w 9144000"/>
              <a:gd name="connsiteY31-5046" fmla="*/ 1348385 h 6867525"/>
              <a:gd name="connsiteX32-5047" fmla="*/ 2244287 w 9144000"/>
              <a:gd name="connsiteY32-5048" fmla="*/ 1332439 h 6867525"/>
              <a:gd name="connsiteX0-5049" fmla="*/ 0 w 9144000"/>
              <a:gd name="connsiteY0-5050" fmla="*/ 0 h 6867525"/>
              <a:gd name="connsiteX1-5051" fmla="*/ 9144000 w 9144000"/>
              <a:gd name="connsiteY1-5052" fmla="*/ 0 h 6867525"/>
              <a:gd name="connsiteX2-5053" fmla="*/ 9144000 w 9144000"/>
              <a:gd name="connsiteY2-5054" fmla="*/ 6867525 h 6867525"/>
              <a:gd name="connsiteX3-5055" fmla="*/ 0 w 9144000"/>
              <a:gd name="connsiteY3-5056" fmla="*/ 6867525 h 6867525"/>
              <a:gd name="connsiteX4-5057" fmla="*/ 0 w 9144000"/>
              <a:gd name="connsiteY4-5058" fmla="*/ 0 h 6867525"/>
              <a:gd name="connsiteX5-5059" fmla="*/ 2244287 w 9144000"/>
              <a:gd name="connsiteY5-5060" fmla="*/ 1332439 h 6867525"/>
              <a:gd name="connsiteX6-5061" fmla="*/ 2091218 w 9144000"/>
              <a:gd name="connsiteY6-5062" fmla="*/ 1696326 h 6867525"/>
              <a:gd name="connsiteX7-5063" fmla="*/ 2523257 w 9144000"/>
              <a:gd name="connsiteY7-5064" fmla="*/ 1970444 h 6867525"/>
              <a:gd name="connsiteX8-5065" fmla="*/ 2513691 w 9144000"/>
              <a:gd name="connsiteY8-5066" fmla="*/ 4822298 h 6867525"/>
              <a:gd name="connsiteX9-5067" fmla="*/ 2950904 w 9144000"/>
              <a:gd name="connsiteY9-5068" fmla="*/ 5269933 h 6867525"/>
              <a:gd name="connsiteX10-5069" fmla="*/ 5687151 w 9144000"/>
              <a:gd name="connsiteY10-5070" fmla="*/ 5276887 h 6867525"/>
              <a:gd name="connsiteX11-5071" fmla="*/ 5777546 w 9144000"/>
              <a:gd name="connsiteY11-5072" fmla="*/ 5370760 h 6867525"/>
              <a:gd name="connsiteX12-5073" fmla="*/ 5708012 w 9144000"/>
              <a:gd name="connsiteY12-5074" fmla="*/ 5621090 h 6867525"/>
              <a:gd name="connsiteX13-5075" fmla="*/ 5906189 w 9144000"/>
              <a:gd name="connsiteY13-5076" fmla="*/ 5624568 h 6867525"/>
              <a:gd name="connsiteX14-5077" fmla="*/ 6059169 w 9144000"/>
              <a:gd name="connsiteY14-5078" fmla="*/ 5269934 h 6867525"/>
              <a:gd name="connsiteX15-5079" fmla="*/ 6128705 w 9144000"/>
              <a:gd name="connsiteY15-5080" fmla="*/ 5273411 h 6867525"/>
              <a:gd name="connsiteX16-5081" fmla="*/ 6208670 w 9144000"/>
              <a:gd name="connsiteY16-5082" fmla="*/ 5370760 h 6867525"/>
              <a:gd name="connsiteX17-5083" fmla="*/ 6135658 w 9144000"/>
              <a:gd name="connsiteY17-5084" fmla="*/ 5621091 h 6867525"/>
              <a:gd name="connsiteX18-5085" fmla="*/ 6340790 w 9144000"/>
              <a:gd name="connsiteY18-5086" fmla="*/ 5621091 h 6867525"/>
              <a:gd name="connsiteX19-5087" fmla="*/ 6497246 w 9144000"/>
              <a:gd name="connsiteY19-5088" fmla="*/ 5176060 h 6867525"/>
              <a:gd name="connsiteX20-5089" fmla="*/ 6636466 w 9144000"/>
              <a:gd name="connsiteY20-5090" fmla="*/ 4873617 h 6867525"/>
              <a:gd name="connsiteX21-5091" fmla="*/ 6636319 w 9144000"/>
              <a:gd name="connsiteY21-5092" fmla="*/ 2106040 h 6867525"/>
              <a:gd name="connsiteX22-5093" fmla="*/ 6542445 w 9144000"/>
              <a:gd name="connsiteY22-5094" fmla="*/ 1737498 h 6867525"/>
              <a:gd name="connsiteX23-5095" fmla="*/ 6094701 w 9144000"/>
              <a:gd name="connsiteY23-5096" fmla="*/ 1604868 h 6867525"/>
              <a:gd name="connsiteX24-5097" fmla="*/ 4089666 w 9144000"/>
              <a:gd name="connsiteY24-5098" fmla="*/ 8461 h 6867525"/>
              <a:gd name="connsiteX25-5099" fmla="*/ 3439138 w 9144000"/>
              <a:gd name="connsiteY25-5100" fmla="*/ 669454 h 6867525"/>
              <a:gd name="connsiteX26-5101" fmla="*/ 2677367 w 9144000"/>
              <a:gd name="connsiteY26-5102" fmla="*/ 1342560 h 6867525"/>
              <a:gd name="connsiteX27-5103" fmla="*/ 2599256 w 9144000"/>
              <a:gd name="connsiteY27-5104" fmla="*/ 1497695 h 6867525"/>
              <a:gd name="connsiteX28-5105" fmla="*/ 2448007 w 9144000"/>
              <a:gd name="connsiteY28-5106" fmla="*/ 1648301 h 6867525"/>
              <a:gd name="connsiteX29-5107" fmla="*/ 2377956 w 9144000"/>
              <a:gd name="connsiteY29-5108" fmla="*/ 1587018 h 6867525"/>
              <a:gd name="connsiteX30-5109" fmla="*/ 2443510 w 9144000"/>
              <a:gd name="connsiteY30-5110" fmla="*/ 1348385 h 6867525"/>
              <a:gd name="connsiteX31-5111" fmla="*/ 2244287 w 9144000"/>
              <a:gd name="connsiteY31-5112" fmla="*/ 1332439 h 6867525"/>
              <a:gd name="connsiteX0-5113" fmla="*/ 0 w 9144000"/>
              <a:gd name="connsiteY0-5114" fmla="*/ 0 h 6867525"/>
              <a:gd name="connsiteX1-5115" fmla="*/ 9144000 w 9144000"/>
              <a:gd name="connsiteY1-5116" fmla="*/ 0 h 6867525"/>
              <a:gd name="connsiteX2-5117" fmla="*/ 9144000 w 9144000"/>
              <a:gd name="connsiteY2-5118" fmla="*/ 6867525 h 6867525"/>
              <a:gd name="connsiteX3-5119" fmla="*/ 0 w 9144000"/>
              <a:gd name="connsiteY3-5120" fmla="*/ 6867525 h 6867525"/>
              <a:gd name="connsiteX4-5121" fmla="*/ 0 w 9144000"/>
              <a:gd name="connsiteY4-5122" fmla="*/ 0 h 6867525"/>
              <a:gd name="connsiteX5-5123" fmla="*/ 2244287 w 9144000"/>
              <a:gd name="connsiteY5-5124" fmla="*/ 1332439 h 6867525"/>
              <a:gd name="connsiteX6-5125" fmla="*/ 2091218 w 9144000"/>
              <a:gd name="connsiteY6-5126" fmla="*/ 1696326 h 6867525"/>
              <a:gd name="connsiteX7-5127" fmla="*/ 2523257 w 9144000"/>
              <a:gd name="connsiteY7-5128" fmla="*/ 1970444 h 6867525"/>
              <a:gd name="connsiteX8-5129" fmla="*/ 2513691 w 9144000"/>
              <a:gd name="connsiteY8-5130" fmla="*/ 4822298 h 6867525"/>
              <a:gd name="connsiteX9-5131" fmla="*/ 2950904 w 9144000"/>
              <a:gd name="connsiteY9-5132" fmla="*/ 5269933 h 6867525"/>
              <a:gd name="connsiteX10-5133" fmla="*/ 5687151 w 9144000"/>
              <a:gd name="connsiteY10-5134" fmla="*/ 5276887 h 6867525"/>
              <a:gd name="connsiteX11-5135" fmla="*/ 5777546 w 9144000"/>
              <a:gd name="connsiteY11-5136" fmla="*/ 5370760 h 6867525"/>
              <a:gd name="connsiteX12-5137" fmla="*/ 5708012 w 9144000"/>
              <a:gd name="connsiteY12-5138" fmla="*/ 5621090 h 6867525"/>
              <a:gd name="connsiteX13-5139" fmla="*/ 5906189 w 9144000"/>
              <a:gd name="connsiteY13-5140" fmla="*/ 5624568 h 6867525"/>
              <a:gd name="connsiteX14-5141" fmla="*/ 6059169 w 9144000"/>
              <a:gd name="connsiteY14-5142" fmla="*/ 5269934 h 6867525"/>
              <a:gd name="connsiteX15-5143" fmla="*/ 6128705 w 9144000"/>
              <a:gd name="connsiteY15-5144" fmla="*/ 5273411 h 6867525"/>
              <a:gd name="connsiteX16-5145" fmla="*/ 6208670 w 9144000"/>
              <a:gd name="connsiteY16-5146" fmla="*/ 5370760 h 6867525"/>
              <a:gd name="connsiteX17-5147" fmla="*/ 6135658 w 9144000"/>
              <a:gd name="connsiteY17-5148" fmla="*/ 5621091 h 6867525"/>
              <a:gd name="connsiteX18-5149" fmla="*/ 6340790 w 9144000"/>
              <a:gd name="connsiteY18-5150" fmla="*/ 5621091 h 6867525"/>
              <a:gd name="connsiteX19-5151" fmla="*/ 6497246 w 9144000"/>
              <a:gd name="connsiteY19-5152" fmla="*/ 5176060 h 6867525"/>
              <a:gd name="connsiteX20-5153" fmla="*/ 6636466 w 9144000"/>
              <a:gd name="connsiteY20-5154" fmla="*/ 4873617 h 6867525"/>
              <a:gd name="connsiteX21-5155" fmla="*/ 6636319 w 9144000"/>
              <a:gd name="connsiteY21-5156" fmla="*/ 2106040 h 6867525"/>
              <a:gd name="connsiteX22-5157" fmla="*/ 6542445 w 9144000"/>
              <a:gd name="connsiteY22-5158" fmla="*/ 1737498 h 6867525"/>
              <a:gd name="connsiteX23-5159" fmla="*/ 6094701 w 9144000"/>
              <a:gd name="connsiteY23-5160" fmla="*/ 1604868 h 6867525"/>
              <a:gd name="connsiteX24-5161" fmla="*/ 4089666 w 9144000"/>
              <a:gd name="connsiteY24-5162" fmla="*/ 8461 h 6867525"/>
              <a:gd name="connsiteX25-5163" fmla="*/ 3439138 w 9144000"/>
              <a:gd name="connsiteY25-5164" fmla="*/ 669454 h 6867525"/>
              <a:gd name="connsiteX26-5165" fmla="*/ 2806514 w 9144000"/>
              <a:gd name="connsiteY26-5166" fmla="*/ 1225140 h 6867525"/>
              <a:gd name="connsiteX27-5167" fmla="*/ 2677367 w 9144000"/>
              <a:gd name="connsiteY27-5168" fmla="*/ 1342560 h 6867525"/>
              <a:gd name="connsiteX28-5169" fmla="*/ 2599256 w 9144000"/>
              <a:gd name="connsiteY28-5170" fmla="*/ 1497695 h 6867525"/>
              <a:gd name="connsiteX29-5171" fmla="*/ 2448007 w 9144000"/>
              <a:gd name="connsiteY29-5172" fmla="*/ 1648301 h 6867525"/>
              <a:gd name="connsiteX30-5173" fmla="*/ 2377956 w 9144000"/>
              <a:gd name="connsiteY30-5174" fmla="*/ 1587018 h 6867525"/>
              <a:gd name="connsiteX31-5175" fmla="*/ 2443510 w 9144000"/>
              <a:gd name="connsiteY31-5176" fmla="*/ 1348385 h 6867525"/>
              <a:gd name="connsiteX32-5177" fmla="*/ 2244287 w 9144000"/>
              <a:gd name="connsiteY32-5178" fmla="*/ 1332439 h 6867525"/>
              <a:gd name="connsiteX0-5179" fmla="*/ 0 w 9144000"/>
              <a:gd name="connsiteY0-5180" fmla="*/ 0 h 6867525"/>
              <a:gd name="connsiteX1-5181" fmla="*/ 9144000 w 9144000"/>
              <a:gd name="connsiteY1-5182" fmla="*/ 0 h 6867525"/>
              <a:gd name="connsiteX2-5183" fmla="*/ 9144000 w 9144000"/>
              <a:gd name="connsiteY2-5184" fmla="*/ 6867525 h 6867525"/>
              <a:gd name="connsiteX3-5185" fmla="*/ 0 w 9144000"/>
              <a:gd name="connsiteY3-5186" fmla="*/ 6867525 h 6867525"/>
              <a:gd name="connsiteX4-5187" fmla="*/ 0 w 9144000"/>
              <a:gd name="connsiteY4-5188" fmla="*/ 0 h 6867525"/>
              <a:gd name="connsiteX5-5189" fmla="*/ 2244287 w 9144000"/>
              <a:gd name="connsiteY5-5190" fmla="*/ 1332439 h 6867525"/>
              <a:gd name="connsiteX6-5191" fmla="*/ 2091218 w 9144000"/>
              <a:gd name="connsiteY6-5192" fmla="*/ 1696326 h 6867525"/>
              <a:gd name="connsiteX7-5193" fmla="*/ 2523257 w 9144000"/>
              <a:gd name="connsiteY7-5194" fmla="*/ 1970444 h 6867525"/>
              <a:gd name="connsiteX8-5195" fmla="*/ 2513691 w 9144000"/>
              <a:gd name="connsiteY8-5196" fmla="*/ 4822298 h 6867525"/>
              <a:gd name="connsiteX9-5197" fmla="*/ 2950904 w 9144000"/>
              <a:gd name="connsiteY9-5198" fmla="*/ 5269933 h 6867525"/>
              <a:gd name="connsiteX10-5199" fmla="*/ 5687151 w 9144000"/>
              <a:gd name="connsiteY10-5200" fmla="*/ 5276887 h 6867525"/>
              <a:gd name="connsiteX11-5201" fmla="*/ 5777546 w 9144000"/>
              <a:gd name="connsiteY11-5202" fmla="*/ 5370760 h 6867525"/>
              <a:gd name="connsiteX12-5203" fmla="*/ 5708012 w 9144000"/>
              <a:gd name="connsiteY12-5204" fmla="*/ 5621090 h 6867525"/>
              <a:gd name="connsiteX13-5205" fmla="*/ 5906189 w 9144000"/>
              <a:gd name="connsiteY13-5206" fmla="*/ 5624568 h 6867525"/>
              <a:gd name="connsiteX14-5207" fmla="*/ 6059169 w 9144000"/>
              <a:gd name="connsiteY14-5208" fmla="*/ 5269934 h 6867525"/>
              <a:gd name="connsiteX15-5209" fmla="*/ 6128705 w 9144000"/>
              <a:gd name="connsiteY15-5210" fmla="*/ 5273411 h 6867525"/>
              <a:gd name="connsiteX16-5211" fmla="*/ 6208670 w 9144000"/>
              <a:gd name="connsiteY16-5212" fmla="*/ 5370760 h 6867525"/>
              <a:gd name="connsiteX17-5213" fmla="*/ 6135658 w 9144000"/>
              <a:gd name="connsiteY17-5214" fmla="*/ 5621091 h 6867525"/>
              <a:gd name="connsiteX18-5215" fmla="*/ 6340790 w 9144000"/>
              <a:gd name="connsiteY18-5216" fmla="*/ 5621091 h 6867525"/>
              <a:gd name="connsiteX19-5217" fmla="*/ 6497246 w 9144000"/>
              <a:gd name="connsiteY19-5218" fmla="*/ 5176060 h 6867525"/>
              <a:gd name="connsiteX20-5219" fmla="*/ 6636466 w 9144000"/>
              <a:gd name="connsiteY20-5220" fmla="*/ 4873617 h 6867525"/>
              <a:gd name="connsiteX21-5221" fmla="*/ 6636319 w 9144000"/>
              <a:gd name="connsiteY21-5222" fmla="*/ 2106040 h 6867525"/>
              <a:gd name="connsiteX22-5223" fmla="*/ 6542445 w 9144000"/>
              <a:gd name="connsiteY22-5224" fmla="*/ 1737498 h 6867525"/>
              <a:gd name="connsiteX23-5225" fmla="*/ 6094701 w 9144000"/>
              <a:gd name="connsiteY23-5226" fmla="*/ 1604868 h 6867525"/>
              <a:gd name="connsiteX24-5227" fmla="*/ 4089666 w 9144000"/>
              <a:gd name="connsiteY24-5228" fmla="*/ 8461 h 6867525"/>
              <a:gd name="connsiteX25-5229" fmla="*/ 3439138 w 9144000"/>
              <a:gd name="connsiteY25-5230" fmla="*/ 669454 h 6867525"/>
              <a:gd name="connsiteX26-5231" fmla="*/ 2763483 w 9144000"/>
              <a:gd name="connsiteY26-5232" fmla="*/ 1336303 h 6867525"/>
              <a:gd name="connsiteX27-5233" fmla="*/ 2677367 w 9144000"/>
              <a:gd name="connsiteY27-5234" fmla="*/ 1342560 h 6867525"/>
              <a:gd name="connsiteX28-5235" fmla="*/ 2599256 w 9144000"/>
              <a:gd name="connsiteY28-5236" fmla="*/ 1497695 h 6867525"/>
              <a:gd name="connsiteX29-5237" fmla="*/ 2448007 w 9144000"/>
              <a:gd name="connsiteY29-5238" fmla="*/ 1648301 h 6867525"/>
              <a:gd name="connsiteX30-5239" fmla="*/ 2377956 w 9144000"/>
              <a:gd name="connsiteY30-5240" fmla="*/ 1587018 h 6867525"/>
              <a:gd name="connsiteX31-5241" fmla="*/ 2443510 w 9144000"/>
              <a:gd name="connsiteY31-5242" fmla="*/ 1348385 h 6867525"/>
              <a:gd name="connsiteX32-5243" fmla="*/ 2244287 w 9144000"/>
              <a:gd name="connsiteY32-5244" fmla="*/ 1332439 h 6867525"/>
              <a:gd name="connsiteX0-5245" fmla="*/ 0 w 9144000"/>
              <a:gd name="connsiteY0-5246" fmla="*/ 0 h 6867525"/>
              <a:gd name="connsiteX1-5247" fmla="*/ 9144000 w 9144000"/>
              <a:gd name="connsiteY1-5248" fmla="*/ 0 h 6867525"/>
              <a:gd name="connsiteX2-5249" fmla="*/ 9144000 w 9144000"/>
              <a:gd name="connsiteY2-5250" fmla="*/ 6867525 h 6867525"/>
              <a:gd name="connsiteX3-5251" fmla="*/ 0 w 9144000"/>
              <a:gd name="connsiteY3-5252" fmla="*/ 6867525 h 6867525"/>
              <a:gd name="connsiteX4-5253" fmla="*/ 0 w 9144000"/>
              <a:gd name="connsiteY4-5254" fmla="*/ 0 h 6867525"/>
              <a:gd name="connsiteX5-5255" fmla="*/ 2244287 w 9144000"/>
              <a:gd name="connsiteY5-5256" fmla="*/ 1332439 h 6867525"/>
              <a:gd name="connsiteX6-5257" fmla="*/ 2091218 w 9144000"/>
              <a:gd name="connsiteY6-5258" fmla="*/ 1696326 h 6867525"/>
              <a:gd name="connsiteX7-5259" fmla="*/ 2179012 w 9144000"/>
              <a:gd name="connsiteY7-5260" fmla="*/ 1913069 h 6867525"/>
              <a:gd name="connsiteX8-5261" fmla="*/ 2513691 w 9144000"/>
              <a:gd name="connsiteY8-5262" fmla="*/ 4822298 h 6867525"/>
              <a:gd name="connsiteX9-5263" fmla="*/ 2950904 w 9144000"/>
              <a:gd name="connsiteY9-5264" fmla="*/ 5269933 h 6867525"/>
              <a:gd name="connsiteX10-5265" fmla="*/ 5687151 w 9144000"/>
              <a:gd name="connsiteY10-5266" fmla="*/ 5276887 h 6867525"/>
              <a:gd name="connsiteX11-5267" fmla="*/ 5777546 w 9144000"/>
              <a:gd name="connsiteY11-5268" fmla="*/ 5370760 h 6867525"/>
              <a:gd name="connsiteX12-5269" fmla="*/ 5708012 w 9144000"/>
              <a:gd name="connsiteY12-5270" fmla="*/ 5621090 h 6867525"/>
              <a:gd name="connsiteX13-5271" fmla="*/ 5906189 w 9144000"/>
              <a:gd name="connsiteY13-5272" fmla="*/ 5624568 h 6867525"/>
              <a:gd name="connsiteX14-5273" fmla="*/ 6059169 w 9144000"/>
              <a:gd name="connsiteY14-5274" fmla="*/ 5269934 h 6867525"/>
              <a:gd name="connsiteX15-5275" fmla="*/ 6128705 w 9144000"/>
              <a:gd name="connsiteY15-5276" fmla="*/ 5273411 h 6867525"/>
              <a:gd name="connsiteX16-5277" fmla="*/ 6208670 w 9144000"/>
              <a:gd name="connsiteY16-5278" fmla="*/ 5370760 h 6867525"/>
              <a:gd name="connsiteX17-5279" fmla="*/ 6135658 w 9144000"/>
              <a:gd name="connsiteY17-5280" fmla="*/ 5621091 h 6867525"/>
              <a:gd name="connsiteX18-5281" fmla="*/ 6340790 w 9144000"/>
              <a:gd name="connsiteY18-5282" fmla="*/ 5621091 h 6867525"/>
              <a:gd name="connsiteX19-5283" fmla="*/ 6497246 w 9144000"/>
              <a:gd name="connsiteY19-5284" fmla="*/ 5176060 h 6867525"/>
              <a:gd name="connsiteX20-5285" fmla="*/ 6636466 w 9144000"/>
              <a:gd name="connsiteY20-5286" fmla="*/ 4873617 h 6867525"/>
              <a:gd name="connsiteX21-5287" fmla="*/ 6636319 w 9144000"/>
              <a:gd name="connsiteY21-5288" fmla="*/ 2106040 h 6867525"/>
              <a:gd name="connsiteX22-5289" fmla="*/ 6542445 w 9144000"/>
              <a:gd name="connsiteY22-5290" fmla="*/ 1737498 h 6867525"/>
              <a:gd name="connsiteX23-5291" fmla="*/ 6094701 w 9144000"/>
              <a:gd name="connsiteY23-5292" fmla="*/ 1604868 h 6867525"/>
              <a:gd name="connsiteX24-5293" fmla="*/ 4089666 w 9144000"/>
              <a:gd name="connsiteY24-5294" fmla="*/ 8461 h 6867525"/>
              <a:gd name="connsiteX25-5295" fmla="*/ 3439138 w 9144000"/>
              <a:gd name="connsiteY25-5296" fmla="*/ 669454 h 6867525"/>
              <a:gd name="connsiteX26-5297" fmla="*/ 2763483 w 9144000"/>
              <a:gd name="connsiteY26-5298" fmla="*/ 1336303 h 6867525"/>
              <a:gd name="connsiteX27-5299" fmla="*/ 2677367 w 9144000"/>
              <a:gd name="connsiteY27-5300" fmla="*/ 1342560 h 6867525"/>
              <a:gd name="connsiteX28-5301" fmla="*/ 2599256 w 9144000"/>
              <a:gd name="connsiteY28-5302" fmla="*/ 1497695 h 6867525"/>
              <a:gd name="connsiteX29-5303" fmla="*/ 2448007 w 9144000"/>
              <a:gd name="connsiteY29-5304" fmla="*/ 1648301 h 6867525"/>
              <a:gd name="connsiteX30-5305" fmla="*/ 2377956 w 9144000"/>
              <a:gd name="connsiteY30-5306" fmla="*/ 1587018 h 6867525"/>
              <a:gd name="connsiteX31-5307" fmla="*/ 2443510 w 9144000"/>
              <a:gd name="connsiteY31-5308" fmla="*/ 1348385 h 6867525"/>
              <a:gd name="connsiteX32-5309" fmla="*/ 2244287 w 9144000"/>
              <a:gd name="connsiteY32-5310" fmla="*/ 1332439 h 6867525"/>
              <a:gd name="connsiteX0-5311" fmla="*/ 0 w 9144000"/>
              <a:gd name="connsiteY0-5312" fmla="*/ 0 h 6867525"/>
              <a:gd name="connsiteX1-5313" fmla="*/ 9144000 w 9144000"/>
              <a:gd name="connsiteY1-5314" fmla="*/ 0 h 6867525"/>
              <a:gd name="connsiteX2-5315" fmla="*/ 9144000 w 9144000"/>
              <a:gd name="connsiteY2-5316" fmla="*/ 6867525 h 6867525"/>
              <a:gd name="connsiteX3-5317" fmla="*/ 0 w 9144000"/>
              <a:gd name="connsiteY3-5318" fmla="*/ 6867525 h 6867525"/>
              <a:gd name="connsiteX4-5319" fmla="*/ 0 w 9144000"/>
              <a:gd name="connsiteY4-5320" fmla="*/ 0 h 6867525"/>
              <a:gd name="connsiteX5-5321" fmla="*/ 2244287 w 9144000"/>
              <a:gd name="connsiteY5-5322" fmla="*/ 1332439 h 6867525"/>
              <a:gd name="connsiteX6-5323" fmla="*/ 2091218 w 9144000"/>
              <a:gd name="connsiteY6-5324" fmla="*/ 1696326 h 6867525"/>
              <a:gd name="connsiteX7-5325" fmla="*/ 2179012 w 9144000"/>
              <a:gd name="connsiteY7-5326" fmla="*/ 1913069 h 6867525"/>
              <a:gd name="connsiteX8-5327" fmla="*/ 2513691 w 9144000"/>
              <a:gd name="connsiteY8-5328" fmla="*/ 4822298 h 6867525"/>
              <a:gd name="connsiteX9-5329" fmla="*/ 2950904 w 9144000"/>
              <a:gd name="connsiteY9-5330" fmla="*/ 5269933 h 6867525"/>
              <a:gd name="connsiteX10-5331" fmla="*/ 5687151 w 9144000"/>
              <a:gd name="connsiteY10-5332" fmla="*/ 5276887 h 6867525"/>
              <a:gd name="connsiteX11-5333" fmla="*/ 5777546 w 9144000"/>
              <a:gd name="connsiteY11-5334" fmla="*/ 5370760 h 6867525"/>
              <a:gd name="connsiteX12-5335" fmla="*/ 5708012 w 9144000"/>
              <a:gd name="connsiteY12-5336" fmla="*/ 5621090 h 6867525"/>
              <a:gd name="connsiteX13-5337" fmla="*/ 5906189 w 9144000"/>
              <a:gd name="connsiteY13-5338" fmla="*/ 5624568 h 6867525"/>
              <a:gd name="connsiteX14-5339" fmla="*/ 6059169 w 9144000"/>
              <a:gd name="connsiteY14-5340" fmla="*/ 5269934 h 6867525"/>
              <a:gd name="connsiteX15-5341" fmla="*/ 6128705 w 9144000"/>
              <a:gd name="connsiteY15-5342" fmla="*/ 5273411 h 6867525"/>
              <a:gd name="connsiteX16-5343" fmla="*/ 6208670 w 9144000"/>
              <a:gd name="connsiteY16-5344" fmla="*/ 5370760 h 6867525"/>
              <a:gd name="connsiteX17-5345" fmla="*/ 6135658 w 9144000"/>
              <a:gd name="connsiteY17-5346" fmla="*/ 5621091 h 6867525"/>
              <a:gd name="connsiteX18-5347" fmla="*/ 6340790 w 9144000"/>
              <a:gd name="connsiteY18-5348" fmla="*/ 5621091 h 6867525"/>
              <a:gd name="connsiteX19-5349" fmla="*/ 6497246 w 9144000"/>
              <a:gd name="connsiteY19-5350" fmla="*/ 5176060 h 6867525"/>
              <a:gd name="connsiteX20-5351" fmla="*/ 6636466 w 9144000"/>
              <a:gd name="connsiteY20-5352" fmla="*/ 4873617 h 6867525"/>
              <a:gd name="connsiteX21-5353" fmla="*/ 6636319 w 9144000"/>
              <a:gd name="connsiteY21-5354" fmla="*/ 2106040 h 6867525"/>
              <a:gd name="connsiteX22-5355" fmla="*/ 6542445 w 9144000"/>
              <a:gd name="connsiteY22-5356" fmla="*/ 1737498 h 6867525"/>
              <a:gd name="connsiteX23-5357" fmla="*/ 6094701 w 9144000"/>
              <a:gd name="connsiteY23-5358" fmla="*/ 1604868 h 6867525"/>
              <a:gd name="connsiteX24-5359" fmla="*/ 4089666 w 9144000"/>
              <a:gd name="connsiteY24-5360" fmla="*/ 8461 h 6867525"/>
              <a:gd name="connsiteX25-5361" fmla="*/ 3439138 w 9144000"/>
              <a:gd name="connsiteY25-5362" fmla="*/ 669454 h 6867525"/>
              <a:gd name="connsiteX26-5363" fmla="*/ 2763483 w 9144000"/>
              <a:gd name="connsiteY26-5364" fmla="*/ 1336303 h 6867525"/>
              <a:gd name="connsiteX27-5365" fmla="*/ 2677367 w 9144000"/>
              <a:gd name="connsiteY27-5366" fmla="*/ 1342560 h 6867525"/>
              <a:gd name="connsiteX28-5367" fmla="*/ 2599256 w 9144000"/>
              <a:gd name="connsiteY28-5368" fmla="*/ 1497695 h 6867525"/>
              <a:gd name="connsiteX29-5369" fmla="*/ 2448007 w 9144000"/>
              <a:gd name="connsiteY29-5370" fmla="*/ 1648301 h 6867525"/>
              <a:gd name="connsiteX30-5371" fmla="*/ 2377956 w 9144000"/>
              <a:gd name="connsiteY30-5372" fmla="*/ 1587018 h 6867525"/>
              <a:gd name="connsiteX31-5373" fmla="*/ 2443510 w 9144000"/>
              <a:gd name="connsiteY31-5374" fmla="*/ 1348385 h 6867525"/>
              <a:gd name="connsiteX32-5375" fmla="*/ 2244287 w 9144000"/>
              <a:gd name="connsiteY32-5376" fmla="*/ 1332439 h 6867525"/>
              <a:gd name="connsiteX0-5377" fmla="*/ 0 w 9144000"/>
              <a:gd name="connsiteY0-5378" fmla="*/ 0 h 6867525"/>
              <a:gd name="connsiteX1-5379" fmla="*/ 9144000 w 9144000"/>
              <a:gd name="connsiteY1-5380" fmla="*/ 0 h 6867525"/>
              <a:gd name="connsiteX2-5381" fmla="*/ 9144000 w 9144000"/>
              <a:gd name="connsiteY2-5382" fmla="*/ 6867525 h 6867525"/>
              <a:gd name="connsiteX3-5383" fmla="*/ 0 w 9144000"/>
              <a:gd name="connsiteY3-5384" fmla="*/ 6867525 h 6867525"/>
              <a:gd name="connsiteX4-5385" fmla="*/ 0 w 9144000"/>
              <a:gd name="connsiteY4-5386" fmla="*/ 0 h 6867525"/>
              <a:gd name="connsiteX5-5387" fmla="*/ 2244287 w 9144000"/>
              <a:gd name="connsiteY5-5388" fmla="*/ 1332439 h 6867525"/>
              <a:gd name="connsiteX6-5389" fmla="*/ 2094804 w 9144000"/>
              <a:gd name="connsiteY6-5390" fmla="*/ 1714255 h 6867525"/>
              <a:gd name="connsiteX7-5391" fmla="*/ 2179012 w 9144000"/>
              <a:gd name="connsiteY7-5392" fmla="*/ 1913069 h 6867525"/>
              <a:gd name="connsiteX8-5393" fmla="*/ 2513691 w 9144000"/>
              <a:gd name="connsiteY8-5394" fmla="*/ 4822298 h 6867525"/>
              <a:gd name="connsiteX9-5395" fmla="*/ 2950904 w 9144000"/>
              <a:gd name="connsiteY9-5396" fmla="*/ 5269933 h 6867525"/>
              <a:gd name="connsiteX10-5397" fmla="*/ 5687151 w 9144000"/>
              <a:gd name="connsiteY10-5398" fmla="*/ 5276887 h 6867525"/>
              <a:gd name="connsiteX11-5399" fmla="*/ 5777546 w 9144000"/>
              <a:gd name="connsiteY11-5400" fmla="*/ 5370760 h 6867525"/>
              <a:gd name="connsiteX12-5401" fmla="*/ 5708012 w 9144000"/>
              <a:gd name="connsiteY12-5402" fmla="*/ 5621090 h 6867525"/>
              <a:gd name="connsiteX13-5403" fmla="*/ 5906189 w 9144000"/>
              <a:gd name="connsiteY13-5404" fmla="*/ 5624568 h 6867525"/>
              <a:gd name="connsiteX14-5405" fmla="*/ 6059169 w 9144000"/>
              <a:gd name="connsiteY14-5406" fmla="*/ 5269934 h 6867525"/>
              <a:gd name="connsiteX15-5407" fmla="*/ 6128705 w 9144000"/>
              <a:gd name="connsiteY15-5408" fmla="*/ 5273411 h 6867525"/>
              <a:gd name="connsiteX16-5409" fmla="*/ 6208670 w 9144000"/>
              <a:gd name="connsiteY16-5410" fmla="*/ 5370760 h 6867525"/>
              <a:gd name="connsiteX17-5411" fmla="*/ 6135658 w 9144000"/>
              <a:gd name="connsiteY17-5412" fmla="*/ 5621091 h 6867525"/>
              <a:gd name="connsiteX18-5413" fmla="*/ 6340790 w 9144000"/>
              <a:gd name="connsiteY18-5414" fmla="*/ 5621091 h 6867525"/>
              <a:gd name="connsiteX19-5415" fmla="*/ 6497246 w 9144000"/>
              <a:gd name="connsiteY19-5416" fmla="*/ 5176060 h 6867525"/>
              <a:gd name="connsiteX20-5417" fmla="*/ 6636466 w 9144000"/>
              <a:gd name="connsiteY20-5418" fmla="*/ 4873617 h 6867525"/>
              <a:gd name="connsiteX21-5419" fmla="*/ 6636319 w 9144000"/>
              <a:gd name="connsiteY21-5420" fmla="*/ 2106040 h 6867525"/>
              <a:gd name="connsiteX22-5421" fmla="*/ 6542445 w 9144000"/>
              <a:gd name="connsiteY22-5422" fmla="*/ 1737498 h 6867525"/>
              <a:gd name="connsiteX23-5423" fmla="*/ 6094701 w 9144000"/>
              <a:gd name="connsiteY23-5424" fmla="*/ 1604868 h 6867525"/>
              <a:gd name="connsiteX24-5425" fmla="*/ 4089666 w 9144000"/>
              <a:gd name="connsiteY24-5426" fmla="*/ 8461 h 6867525"/>
              <a:gd name="connsiteX25-5427" fmla="*/ 3439138 w 9144000"/>
              <a:gd name="connsiteY25-5428" fmla="*/ 669454 h 6867525"/>
              <a:gd name="connsiteX26-5429" fmla="*/ 2763483 w 9144000"/>
              <a:gd name="connsiteY26-5430" fmla="*/ 1336303 h 6867525"/>
              <a:gd name="connsiteX27-5431" fmla="*/ 2677367 w 9144000"/>
              <a:gd name="connsiteY27-5432" fmla="*/ 1342560 h 6867525"/>
              <a:gd name="connsiteX28-5433" fmla="*/ 2599256 w 9144000"/>
              <a:gd name="connsiteY28-5434" fmla="*/ 1497695 h 6867525"/>
              <a:gd name="connsiteX29-5435" fmla="*/ 2448007 w 9144000"/>
              <a:gd name="connsiteY29-5436" fmla="*/ 1648301 h 6867525"/>
              <a:gd name="connsiteX30-5437" fmla="*/ 2377956 w 9144000"/>
              <a:gd name="connsiteY30-5438" fmla="*/ 1587018 h 6867525"/>
              <a:gd name="connsiteX31-5439" fmla="*/ 2443510 w 9144000"/>
              <a:gd name="connsiteY31-5440" fmla="*/ 1348385 h 6867525"/>
              <a:gd name="connsiteX32-5441" fmla="*/ 2244287 w 9144000"/>
              <a:gd name="connsiteY32-5442" fmla="*/ 1332439 h 6867525"/>
              <a:gd name="connsiteX0-5443" fmla="*/ 0 w 9144000"/>
              <a:gd name="connsiteY0-5444" fmla="*/ 0 h 6867525"/>
              <a:gd name="connsiteX1-5445" fmla="*/ 9144000 w 9144000"/>
              <a:gd name="connsiteY1-5446" fmla="*/ 0 h 6867525"/>
              <a:gd name="connsiteX2-5447" fmla="*/ 9144000 w 9144000"/>
              <a:gd name="connsiteY2-5448" fmla="*/ 6867525 h 6867525"/>
              <a:gd name="connsiteX3-5449" fmla="*/ 0 w 9144000"/>
              <a:gd name="connsiteY3-5450" fmla="*/ 6867525 h 6867525"/>
              <a:gd name="connsiteX4-5451" fmla="*/ 0 w 9144000"/>
              <a:gd name="connsiteY4-5452" fmla="*/ 0 h 6867525"/>
              <a:gd name="connsiteX5-5453" fmla="*/ 2244287 w 9144000"/>
              <a:gd name="connsiteY5-5454" fmla="*/ 1332439 h 6867525"/>
              <a:gd name="connsiteX6-5455" fmla="*/ 2094804 w 9144000"/>
              <a:gd name="connsiteY6-5456" fmla="*/ 1714255 h 6867525"/>
              <a:gd name="connsiteX7-5457" fmla="*/ 2179012 w 9144000"/>
              <a:gd name="connsiteY7-5458" fmla="*/ 1913069 h 6867525"/>
              <a:gd name="connsiteX8-5459" fmla="*/ 2513691 w 9144000"/>
              <a:gd name="connsiteY8-5460" fmla="*/ 4822298 h 6867525"/>
              <a:gd name="connsiteX9-5461" fmla="*/ 2950904 w 9144000"/>
              <a:gd name="connsiteY9-5462" fmla="*/ 5269933 h 6867525"/>
              <a:gd name="connsiteX10-5463" fmla="*/ 5687151 w 9144000"/>
              <a:gd name="connsiteY10-5464" fmla="*/ 5276887 h 6867525"/>
              <a:gd name="connsiteX11-5465" fmla="*/ 5777546 w 9144000"/>
              <a:gd name="connsiteY11-5466" fmla="*/ 5370760 h 6867525"/>
              <a:gd name="connsiteX12-5467" fmla="*/ 5708012 w 9144000"/>
              <a:gd name="connsiteY12-5468" fmla="*/ 5621090 h 6867525"/>
              <a:gd name="connsiteX13-5469" fmla="*/ 5906189 w 9144000"/>
              <a:gd name="connsiteY13-5470" fmla="*/ 5624568 h 6867525"/>
              <a:gd name="connsiteX14-5471" fmla="*/ 6059169 w 9144000"/>
              <a:gd name="connsiteY14-5472" fmla="*/ 5269934 h 6867525"/>
              <a:gd name="connsiteX15-5473" fmla="*/ 6128705 w 9144000"/>
              <a:gd name="connsiteY15-5474" fmla="*/ 5273411 h 6867525"/>
              <a:gd name="connsiteX16-5475" fmla="*/ 6208670 w 9144000"/>
              <a:gd name="connsiteY16-5476" fmla="*/ 5370760 h 6867525"/>
              <a:gd name="connsiteX17-5477" fmla="*/ 6135658 w 9144000"/>
              <a:gd name="connsiteY17-5478" fmla="*/ 5621091 h 6867525"/>
              <a:gd name="connsiteX18-5479" fmla="*/ 6340790 w 9144000"/>
              <a:gd name="connsiteY18-5480" fmla="*/ 5621091 h 6867525"/>
              <a:gd name="connsiteX19-5481" fmla="*/ 6497246 w 9144000"/>
              <a:gd name="connsiteY19-5482" fmla="*/ 5176060 h 6867525"/>
              <a:gd name="connsiteX20-5483" fmla="*/ 6636466 w 9144000"/>
              <a:gd name="connsiteY20-5484" fmla="*/ 4873617 h 6867525"/>
              <a:gd name="connsiteX21-5485" fmla="*/ 6636319 w 9144000"/>
              <a:gd name="connsiteY21-5486" fmla="*/ 2106040 h 6867525"/>
              <a:gd name="connsiteX22-5487" fmla="*/ 6542445 w 9144000"/>
              <a:gd name="connsiteY22-5488" fmla="*/ 1737498 h 6867525"/>
              <a:gd name="connsiteX23-5489" fmla="*/ 6094701 w 9144000"/>
              <a:gd name="connsiteY23-5490" fmla="*/ 1604868 h 6867525"/>
              <a:gd name="connsiteX24-5491" fmla="*/ 4089666 w 9144000"/>
              <a:gd name="connsiteY24-5492" fmla="*/ 8461 h 6867525"/>
              <a:gd name="connsiteX25-5493" fmla="*/ 3439138 w 9144000"/>
              <a:gd name="connsiteY25-5494" fmla="*/ 669454 h 6867525"/>
              <a:gd name="connsiteX26-5495" fmla="*/ 2763483 w 9144000"/>
              <a:gd name="connsiteY26-5496" fmla="*/ 1336303 h 6867525"/>
              <a:gd name="connsiteX27-5497" fmla="*/ 2677367 w 9144000"/>
              <a:gd name="connsiteY27-5498" fmla="*/ 1342560 h 6867525"/>
              <a:gd name="connsiteX28-5499" fmla="*/ 2599256 w 9144000"/>
              <a:gd name="connsiteY28-5500" fmla="*/ 1497695 h 6867525"/>
              <a:gd name="connsiteX29-5501" fmla="*/ 2448007 w 9144000"/>
              <a:gd name="connsiteY29-5502" fmla="*/ 1648301 h 6867525"/>
              <a:gd name="connsiteX30-5503" fmla="*/ 2377956 w 9144000"/>
              <a:gd name="connsiteY30-5504" fmla="*/ 1587018 h 6867525"/>
              <a:gd name="connsiteX31-5505" fmla="*/ 2449120 w 9144000"/>
              <a:gd name="connsiteY31-5506" fmla="*/ 1342775 h 6867525"/>
              <a:gd name="connsiteX32-5507" fmla="*/ 2244287 w 9144000"/>
              <a:gd name="connsiteY32-5508" fmla="*/ 1332439 h 6867525"/>
              <a:gd name="connsiteX0-5509" fmla="*/ 0 w 9144000"/>
              <a:gd name="connsiteY0-5510" fmla="*/ 0 h 6867525"/>
              <a:gd name="connsiteX1-5511" fmla="*/ 9144000 w 9144000"/>
              <a:gd name="connsiteY1-5512" fmla="*/ 0 h 6867525"/>
              <a:gd name="connsiteX2-5513" fmla="*/ 9144000 w 9144000"/>
              <a:gd name="connsiteY2-5514" fmla="*/ 6867525 h 6867525"/>
              <a:gd name="connsiteX3-5515" fmla="*/ 0 w 9144000"/>
              <a:gd name="connsiteY3-5516" fmla="*/ 6867525 h 6867525"/>
              <a:gd name="connsiteX4-5517" fmla="*/ 0 w 9144000"/>
              <a:gd name="connsiteY4-5518" fmla="*/ 0 h 6867525"/>
              <a:gd name="connsiteX5-5519" fmla="*/ 2244287 w 9144000"/>
              <a:gd name="connsiteY5-5520" fmla="*/ 1335243 h 6867525"/>
              <a:gd name="connsiteX6-5521" fmla="*/ 2094804 w 9144000"/>
              <a:gd name="connsiteY6-5522" fmla="*/ 1714255 h 6867525"/>
              <a:gd name="connsiteX7-5523" fmla="*/ 2179012 w 9144000"/>
              <a:gd name="connsiteY7-5524" fmla="*/ 1913069 h 6867525"/>
              <a:gd name="connsiteX8-5525" fmla="*/ 2513691 w 9144000"/>
              <a:gd name="connsiteY8-5526" fmla="*/ 4822298 h 6867525"/>
              <a:gd name="connsiteX9-5527" fmla="*/ 2950904 w 9144000"/>
              <a:gd name="connsiteY9-5528" fmla="*/ 5269933 h 6867525"/>
              <a:gd name="connsiteX10-5529" fmla="*/ 5687151 w 9144000"/>
              <a:gd name="connsiteY10-5530" fmla="*/ 5276887 h 6867525"/>
              <a:gd name="connsiteX11-5531" fmla="*/ 5777546 w 9144000"/>
              <a:gd name="connsiteY11-5532" fmla="*/ 5370760 h 6867525"/>
              <a:gd name="connsiteX12-5533" fmla="*/ 5708012 w 9144000"/>
              <a:gd name="connsiteY12-5534" fmla="*/ 5621090 h 6867525"/>
              <a:gd name="connsiteX13-5535" fmla="*/ 5906189 w 9144000"/>
              <a:gd name="connsiteY13-5536" fmla="*/ 5624568 h 6867525"/>
              <a:gd name="connsiteX14-5537" fmla="*/ 6059169 w 9144000"/>
              <a:gd name="connsiteY14-5538" fmla="*/ 5269934 h 6867525"/>
              <a:gd name="connsiteX15-5539" fmla="*/ 6128705 w 9144000"/>
              <a:gd name="connsiteY15-5540" fmla="*/ 5273411 h 6867525"/>
              <a:gd name="connsiteX16-5541" fmla="*/ 6208670 w 9144000"/>
              <a:gd name="connsiteY16-5542" fmla="*/ 5370760 h 6867525"/>
              <a:gd name="connsiteX17-5543" fmla="*/ 6135658 w 9144000"/>
              <a:gd name="connsiteY17-5544" fmla="*/ 5621091 h 6867525"/>
              <a:gd name="connsiteX18-5545" fmla="*/ 6340790 w 9144000"/>
              <a:gd name="connsiteY18-5546" fmla="*/ 5621091 h 6867525"/>
              <a:gd name="connsiteX19-5547" fmla="*/ 6497246 w 9144000"/>
              <a:gd name="connsiteY19-5548" fmla="*/ 5176060 h 6867525"/>
              <a:gd name="connsiteX20-5549" fmla="*/ 6636466 w 9144000"/>
              <a:gd name="connsiteY20-5550" fmla="*/ 4873617 h 6867525"/>
              <a:gd name="connsiteX21-5551" fmla="*/ 6636319 w 9144000"/>
              <a:gd name="connsiteY21-5552" fmla="*/ 2106040 h 6867525"/>
              <a:gd name="connsiteX22-5553" fmla="*/ 6542445 w 9144000"/>
              <a:gd name="connsiteY22-5554" fmla="*/ 1737498 h 6867525"/>
              <a:gd name="connsiteX23-5555" fmla="*/ 6094701 w 9144000"/>
              <a:gd name="connsiteY23-5556" fmla="*/ 1604868 h 6867525"/>
              <a:gd name="connsiteX24-5557" fmla="*/ 4089666 w 9144000"/>
              <a:gd name="connsiteY24-5558" fmla="*/ 8461 h 6867525"/>
              <a:gd name="connsiteX25-5559" fmla="*/ 3439138 w 9144000"/>
              <a:gd name="connsiteY25-5560" fmla="*/ 669454 h 6867525"/>
              <a:gd name="connsiteX26-5561" fmla="*/ 2763483 w 9144000"/>
              <a:gd name="connsiteY26-5562" fmla="*/ 1336303 h 6867525"/>
              <a:gd name="connsiteX27-5563" fmla="*/ 2677367 w 9144000"/>
              <a:gd name="connsiteY27-5564" fmla="*/ 1342560 h 6867525"/>
              <a:gd name="connsiteX28-5565" fmla="*/ 2599256 w 9144000"/>
              <a:gd name="connsiteY28-5566" fmla="*/ 1497695 h 6867525"/>
              <a:gd name="connsiteX29-5567" fmla="*/ 2448007 w 9144000"/>
              <a:gd name="connsiteY29-5568" fmla="*/ 1648301 h 6867525"/>
              <a:gd name="connsiteX30-5569" fmla="*/ 2377956 w 9144000"/>
              <a:gd name="connsiteY30-5570" fmla="*/ 1587018 h 6867525"/>
              <a:gd name="connsiteX31-5571" fmla="*/ 2449120 w 9144000"/>
              <a:gd name="connsiteY31-5572" fmla="*/ 1342775 h 6867525"/>
              <a:gd name="connsiteX32-5573" fmla="*/ 2244287 w 9144000"/>
              <a:gd name="connsiteY32-5574" fmla="*/ 1335243 h 6867525"/>
              <a:gd name="connsiteX0-5575" fmla="*/ 0 w 9144000"/>
              <a:gd name="connsiteY0-5576" fmla="*/ 0 h 6867525"/>
              <a:gd name="connsiteX1-5577" fmla="*/ 9144000 w 9144000"/>
              <a:gd name="connsiteY1-5578" fmla="*/ 0 h 6867525"/>
              <a:gd name="connsiteX2-5579" fmla="*/ 9144000 w 9144000"/>
              <a:gd name="connsiteY2-5580" fmla="*/ 6867525 h 6867525"/>
              <a:gd name="connsiteX3-5581" fmla="*/ 0 w 9144000"/>
              <a:gd name="connsiteY3-5582" fmla="*/ 6867525 h 6867525"/>
              <a:gd name="connsiteX4-5583" fmla="*/ 0 w 9144000"/>
              <a:gd name="connsiteY4-5584" fmla="*/ 0 h 6867525"/>
              <a:gd name="connsiteX5-5585" fmla="*/ 2244287 w 9144000"/>
              <a:gd name="connsiteY5-5586" fmla="*/ 1335243 h 6867525"/>
              <a:gd name="connsiteX6-5587" fmla="*/ 2094804 w 9144000"/>
              <a:gd name="connsiteY6-5588" fmla="*/ 1714255 h 6867525"/>
              <a:gd name="connsiteX7-5589" fmla="*/ 2179012 w 9144000"/>
              <a:gd name="connsiteY7-5590" fmla="*/ 1913069 h 6867525"/>
              <a:gd name="connsiteX8-5591" fmla="*/ 353912 w 9144000"/>
              <a:gd name="connsiteY8-5592" fmla="*/ 3750823 h 6867525"/>
              <a:gd name="connsiteX9-5593" fmla="*/ 2950904 w 9144000"/>
              <a:gd name="connsiteY9-5594" fmla="*/ 5269933 h 6867525"/>
              <a:gd name="connsiteX10-5595" fmla="*/ 5687151 w 9144000"/>
              <a:gd name="connsiteY10-5596" fmla="*/ 5276887 h 6867525"/>
              <a:gd name="connsiteX11-5597" fmla="*/ 5777546 w 9144000"/>
              <a:gd name="connsiteY11-5598" fmla="*/ 5370760 h 6867525"/>
              <a:gd name="connsiteX12-5599" fmla="*/ 5708012 w 9144000"/>
              <a:gd name="connsiteY12-5600" fmla="*/ 5621090 h 6867525"/>
              <a:gd name="connsiteX13-5601" fmla="*/ 5906189 w 9144000"/>
              <a:gd name="connsiteY13-5602" fmla="*/ 5624568 h 6867525"/>
              <a:gd name="connsiteX14-5603" fmla="*/ 6059169 w 9144000"/>
              <a:gd name="connsiteY14-5604" fmla="*/ 5269934 h 6867525"/>
              <a:gd name="connsiteX15-5605" fmla="*/ 6128705 w 9144000"/>
              <a:gd name="connsiteY15-5606" fmla="*/ 5273411 h 6867525"/>
              <a:gd name="connsiteX16-5607" fmla="*/ 6208670 w 9144000"/>
              <a:gd name="connsiteY16-5608" fmla="*/ 5370760 h 6867525"/>
              <a:gd name="connsiteX17-5609" fmla="*/ 6135658 w 9144000"/>
              <a:gd name="connsiteY17-5610" fmla="*/ 5621091 h 6867525"/>
              <a:gd name="connsiteX18-5611" fmla="*/ 6340790 w 9144000"/>
              <a:gd name="connsiteY18-5612" fmla="*/ 5621091 h 6867525"/>
              <a:gd name="connsiteX19-5613" fmla="*/ 6497246 w 9144000"/>
              <a:gd name="connsiteY19-5614" fmla="*/ 5176060 h 6867525"/>
              <a:gd name="connsiteX20-5615" fmla="*/ 6636466 w 9144000"/>
              <a:gd name="connsiteY20-5616" fmla="*/ 4873617 h 6867525"/>
              <a:gd name="connsiteX21-5617" fmla="*/ 6636319 w 9144000"/>
              <a:gd name="connsiteY21-5618" fmla="*/ 2106040 h 6867525"/>
              <a:gd name="connsiteX22-5619" fmla="*/ 6542445 w 9144000"/>
              <a:gd name="connsiteY22-5620" fmla="*/ 1737498 h 6867525"/>
              <a:gd name="connsiteX23-5621" fmla="*/ 6094701 w 9144000"/>
              <a:gd name="connsiteY23-5622" fmla="*/ 1604868 h 6867525"/>
              <a:gd name="connsiteX24-5623" fmla="*/ 4089666 w 9144000"/>
              <a:gd name="connsiteY24-5624" fmla="*/ 8461 h 6867525"/>
              <a:gd name="connsiteX25-5625" fmla="*/ 3439138 w 9144000"/>
              <a:gd name="connsiteY25-5626" fmla="*/ 669454 h 6867525"/>
              <a:gd name="connsiteX26-5627" fmla="*/ 2763483 w 9144000"/>
              <a:gd name="connsiteY26-5628" fmla="*/ 1336303 h 6867525"/>
              <a:gd name="connsiteX27-5629" fmla="*/ 2677367 w 9144000"/>
              <a:gd name="connsiteY27-5630" fmla="*/ 1342560 h 6867525"/>
              <a:gd name="connsiteX28-5631" fmla="*/ 2599256 w 9144000"/>
              <a:gd name="connsiteY28-5632" fmla="*/ 1497695 h 6867525"/>
              <a:gd name="connsiteX29-5633" fmla="*/ 2448007 w 9144000"/>
              <a:gd name="connsiteY29-5634" fmla="*/ 1648301 h 6867525"/>
              <a:gd name="connsiteX30-5635" fmla="*/ 2377956 w 9144000"/>
              <a:gd name="connsiteY30-5636" fmla="*/ 1587018 h 6867525"/>
              <a:gd name="connsiteX31-5637" fmla="*/ 2449120 w 9144000"/>
              <a:gd name="connsiteY31-5638" fmla="*/ 1342775 h 6867525"/>
              <a:gd name="connsiteX32-5639" fmla="*/ 2244287 w 9144000"/>
              <a:gd name="connsiteY32-5640" fmla="*/ 1335243 h 6867525"/>
              <a:gd name="connsiteX0-5641" fmla="*/ 0 w 9144000"/>
              <a:gd name="connsiteY0-5642" fmla="*/ 0 h 6867525"/>
              <a:gd name="connsiteX1-5643" fmla="*/ 9144000 w 9144000"/>
              <a:gd name="connsiteY1-5644" fmla="*/ 0 h 6867525"/>
              <a:gd name="connsiteX2-5645" fmla="*/ 9144000 w 9144000"/>
              <a:gd name="connsiteY2-5646" fmla="*/ 6867525 h 6867525"/>
              <a:gd name="connsiteX3-5647" fmla="*/ 0 w 9144000"/>
              <a:gd name="connsiteY3-5648" fmla="*/ 6867525 h 6867525"/>
              <a:gd name="connsiteX4-5649" fmla="*/ 0 w 9144000"/>
              <a:gd name="connsiteY4-5650" fmla="*/ 0 h 6867525"/>
              <a:gd name="connsiteX5-5651" fmla="*/ 2244287 w 9144000"/>
              <a:gd name="connsiteY5-5652" fmla="*/ 1335243 h 6867525"/>
              <a:gd name="connsiteX6-5653" fmla="*/ 2094804 w 9144000"/>
              <a:gd name="connsiteY6-5654" fmla="*/ 1714255 h 6867525"/>
              <a:gd name="connsiteX7-5655" fmla="*/ 2179012 w 9144000"/>
              <a:gd name="connsiteY7-5656" fmla="*/ 1913069 h 6867525"/>
              <a:gd name="connsiteX8-5657" fmla="*/ 353912 w 9144000"/>
              <a:gd name="connsiteY8-5658" fmla="*/ 3750823 h 6867525"/>
              <a:gd name="connsiteX9-5659" fmla="*/ 2950904 w 9144000"/>
              <a:gd name="connsiteY9-5660" fmla="*/ 5269933 h 6867525"/>
              <a:gd name="connsiteX10-5661" fmla="*/ 5687151 w 9144000"/>
              <a:gd name="connsiteY10-5662" fmla="*/ 5276887 h 6867525"/>
              <a:gd name="connsiteX11-5663" fmla="*/ 5777546 w 9144000"/>
              <a:gd name="connsiteY11-5664" fmla="*/ 5370760 h 6867525"/>
              <a:gd name="connsiteX12-5665" fmla="*/ 5708012 w 9144000"/>
              <a:gd name="connsiteY12-5666" fmla="*/ 5621090 h 6867525"/>
              <a:gd name="connsiteX13-5667" fmla="*/ 5906189 w 9144000"/>
              <a:gd name="connsiteY13-5668" fmla="*/ 5624568 h 6867525"/>
              <a:gd name="connsiteX14-5669" fmla="*/ 6059169 w 9144000"/>
              <a:gd name="connsiteY14-5670" fmla="*/ 5269934 h 6867525"/>
              <a:gd name="connsiteX15-5671" fmla="*/ 6128705 w 9144000"/>
              <a:gd name="connsiteY15-5672" fmla="*/ 5273411 h 6867525"/>
              <a:gd name="connsiteX16-5673" fmla="*/ 6208670 w 9144000"/>
              <a:gd name="connsiteY16-5674" fmla="*/ 5370760 h 6867525"/>
              <a:gd name="connsiteX17-5675" fmla="*/ 6135658 w 9144000"/>
              <a:gd name="connsiteY17-5676" fmla="*/ 5621091 h 6867525"/>
              <a:gd name="connsiteX18-5677" fmla="*/ 6340790 w 9144000"/>
              <a:gd name="connsiteY18-5678" fmla="*/ 5621091 h 6867525"/>
              <a:gd name="connsiteX19-5679" fmla="*/ 6497246 w 9144000"/>
              <a:gd name="connsiteY19-5680" fmla="*/ 5176060 h 6867525"/>
              <a:gd name="connsiteX20-5681" fmla="*/ 6636466 w 9144000"/>
              <a:gd name="connsiteY20-5682" fmla="*/ 4873617 h 6867525"/>
              <a:gd name="connsiteX21-5683" fmla="*/ 6636319 w 9144000"/>
              <a:gd name="connsiteY21-5684" fmla="*/ 2106040 h 6867525"/>
              <a:gd name="connsiteX22-5685" fmla="*/ 6542445 w 9144000"/>
              <a:gd name="connsiteY22-5686" fmla="*/ 1737498 h 6867525"/>
              <a:gd name="connsiteX23-5687" fmla="*/ 6094701 w 9144000"/>
              <a:gd name="connsiteY23-5688" fmla="*/ 1604868 h 6867525"/>
              <a:gd name="connsiteX24-5689" fmla="*/ 4089666 w 9144000"/>
              <a:gd name="connsiteY24-5690" fmla="*/ 8461 h 6867525"/>
              <a:gd name="connsiteX25-5691" fmla="*/ 3439138 w 9144000"/>
              <a:gd name="connsiteY25-5692" fmla="*/ 669454 h 6867525"/>
              <a:gd name="connsiteX26-5693" fmla="*/ 2763483 w 9144000"/>
              <a:gd name="connsiteY26-5694" fmla="*/ 1336303 h 6867525"/>
              <a:gd name="connsiteX27-5695" fmla="*/ 2677367 w 9144000"/>
              <a:gd name="connsiteY27-5696" fmla="*/ 1342560 h 6867525"/>
              <a:gd name="connsiteX28-5697" fmla="*/ 2599256 w 9144000"/>
              <a:gd name="connsiteY28-5698" fmla="*/ 1497695 h 6867525"/>
              <a:gd name="connsiteX29-5699" fmla="*/ 2448007 w 9144000"/>
              <a:gd name="connsiteY29-5700" fmla="*/ 1648301 h 6867525"/>
              <a:gd name="connsiteX30-5701" fmla="*/ 2377956 w 9144000"/>
              <a:gd name="connsiteY30-5702" fmla="*/ 1587018 h 6867525"/>
              <a:gd name="connsiteX31-5703" fmla="*/ 2449120 w 9144000"/>
              <a:gd name="connsiteY31-5704" fmla="*/ 1342775 h 6867525"/>
              <a:gd name="connsiteX32-5705" fmla="*/ 2244287 w 9144000"/>
              <a:gd name="connsiteY32-5706" fmla="*/ 1335243 h 6867525"/>
              <a:gd name="connsiteX0-5707" fmla="*/ 0 w 9144000"/>
              <a:gd name="connsiteY0-5708" fmla="*/ 0 h 6867525"/>
              <a:gd name="connsiteX1-5709" fmla="*/ 9144000 w 9144000"/>
              <a:gd name="connsiteY1-5710" fmla="*/ 0 h 6867525"/>
              <a:gd name="connsiteX2-5711" fmla="*/ 9144000 w 9144000"/>
              <a:gd name="connsiteY2-5712" fmla="*/ 6867525 h 6867525"/>
              <a:gd name="connsiteX3-5713" fmla="*/ 0 w 9144000"/>
              <a:gd name="connsiteY3-5714" fmla="*/ 6867525 h 6867525"/>
              <a:gd name="connsiteX4-5715" fmla="*/ 0 w 9144000"/>
              <a:gd name="connsiteY4-5716" fmla="*/ 0 h 6867525"/>
              <a:gd name="connsiteX5-5717" fmla="*/ 2244287 w 9144000"/>
              <a:gd name="connsiteY5-5718" fmla="*/ 1335243 h 6867525"/>
              <a:gd name="connsiteX6-5719" fmla="*/ 2094804 w 9144000"/>
              <a:gd name="connsiteY6-5720" fmla="*/ 1714255 h 6867525"/>
              <a:gd name="connsiteX7-5721" fmla="*/ 2179012 w 9144000"/>
              <a:gd name="connsiteY7-5722" fmla="*/ 1913069 h 6867525"/>
              <a:gd name="connsiteX8-5723" fmla="*/ 353912 w 9144000"/>
              <a:gd name="connsiteY8-5724" fmla="*/ 3750823 h 6867525"/>
              <a:gd name="connsiteX9-5725" fmla="*/ 2950904 w 9144000"/>
              <a:gd name="connsiteY9-5726" fmla="*/ 5269933 h 6867525"/>
              <a:gd name="connsiteX10-5727" fmla="*/ 5687151 w 9144000"/>
              <a:gd name="connsiteY10-5728" fmla="*/ 5276887 h 6867525"/>
              <a:gd name="connsiteX11-5729" fmla="*/ 5777546 w 9144000"/>
              <a:gd name="connsiteY11-5730" fmla="*/ 5370760 h 6867525"/>
              <a:gd name="connsiteX12-5731" fmla="*/ 5708012 w 9144000"/>
              <a:gd name="connsiteY12-5732" fmla="*/ 5621090 h 6867525"/>
              <a:gd name="connsiteX13-5733" fmla="*/ 5906189 w 9144000"/>
              <a:gd name="connsiteY13-5734" fmla="*/ 5624568 h 6867525"/>
              <a:gd name="connsiteX14-5735" fmla="*/ 6059169 w 9144000"/>
              <a:gd name="connsiteY14-5736" fmla="*/ 5269934 h 6867525"/>
              <a:gd name="connsiteX15-5737" fmla="*/ 6128705 w 9144000"/>
              <a:gd name="connsiteY15-5738" fmla="*/ 5273411 h 6867525"/>
              <a:gd name="connsiteX16-5739" fmla="*/ 6208670 w 9144000"/>
              <a:gd name="connsiteY16-5740" fmla="*/ 5370760 h 6867525"/>
              <a:gd name="connsiteX17-5741" fmla="*/ 6135658 w 9144000"/>
              <a:gd name="connsiteY17-5742" fmla="*/ 5621091 h 6867525"/>
              <a:gd name="connsiteX18-5743" fmla="*/ 6340790 w 9144000"/>
              <a:gd name="connsiteY18-5744" fmla="*/ 5621091 h 6867525"/>
              <a:gd name="connsiteX19-5745" fmla="*/ 6497246 w 9144000"/>
              <a:gd name="connsiteY19-5746" fmla="*/ 5176060 h 6867525"/>
              <a:gd name="connsiteX20-5747" fmla="*/ 6636466 w 9144000"/>
              <a:gd name="connsiteY20-5748" fmla="*/ 4873617 h 6867525"/>
              <a:gd name="connsiteX21-5749" fmla="*/ 6636319 w 9144000"/>
              <a:gd name="connsiteY21-5750" fmla="*/ 2106040 h 6867525"/>
              <a:gd name="connsiteX22-5751" fmla="*/ 6542445 w 9144000"/>
              <a:gd name="connsiteY22-5752" fmla="*/ 1737498 h 6867525"/>
              <a:gd name="connsiteX23-5753" fmla="*/ 6094701 w 9144000"/>
              <a:gd name="connsiteY23-5754" fmla="*/ 1604868 h 6867525"/>
              <a:gd name="connsiteX24-5755" fmla="*/ 4089666 w 9144000"/>
              <a:gd name="connsiteY24-5756" fmla="*/ 8461 h 6867525"/>
              <a:gd name="connsiteX25-5757" fmla="*/ 3439138 w 9144000"/>
              <a:gd name="connsiteY25-5758" fmla="*/ 669454 h 6867525"/>
              <a:gd name="connsiteX26-5759" fmla="*/ 2763483 w 9144000"/>
              <a:gd name="connsiteY26-5760" fmla="*/ 1336303 h 6867525"/>
              <a:gd name="connsiteX27-5761" fmla="*/ 2677367 w 9144000"/>
              <a:gd name="connsiteY27-5762" fmla="*/ 1342560 h 6867525"/>
              <a:gd name="connsiteX28-5763" fmla="*/ 2599256 w 9144000"/>
              <a:gd name="connsiteY28-5764" fmla="*/ 1497695 h 6867525"/>
              <a:gd name="connsiteX29-5765" fmla="*/ 2448007 w 9144000"/>
              <a:gd name="connsiteY29-5766" fmla="*/ 1648301 h 6867525"/>
              <a:gd name="connsiteX30-5767" fmla="*/ 2377956 w 9144000"/>
              <a:gd name="connsiteY30-5768" fmla="*/ 1587018 h 6867525"/>
              <a:gd name="connsiteX31-5769" fmla="*/ 2449120 w 9144000"/>
              <a:gd name="connsiteY31-5770" fmla="*/ 1342775 h 6867525"/>
              <a:gd name="connsiteX32-5771" fmla="*/ 2244287 w 9144000"/>
              <a:gd name="connsiteY32-5772" fmla="*/ 1335243 h 6867525"/>
              <a:gd name="connsiteX0-5773" fmla="*/ 0 w 9144000"/>
              <a:gd name="connsiteY0-5774" fmla="*/ 0 h 6867525"/>
              <a:gd name="connsiteX1-5775" fmla="*/ 9144000 w 9144000"/>
              <a:gd name="connsiteY1-5776" fmla="*/ 0 h 6867525"/>
              <a:gd name="connsiteX2-5777" fmla="*/ 9144000 w 9144000"/>
              <a:gd name="connsiteY2-5778" fmla="*/ 6867525 h 6867525"/>
              <a:gd name="connsiteX3-5779" fmla="*/ 0 w 9144000"/>
              <a:gd name="connsiteY3-5780" fmla="*/ 6867525 h 6867525"/>
              <a:gd name="connsiteX4-5781" fmla="*/ 0 w 9144000"/>
              <a:gd name="connsiteY4-5782" fmla="*/ 0 h 6867525"/>
              <a:gd name="connsiteX5-5783" fmla="*/ 2244287 w 9144000"/>
              <a:gd name="connsiteY5-5784" fmla="*/ 1335243 h 6867525"/>
              <a:gd name="connsiteX6-5785" fmla="*/ 2094804 w 9144000"/>
              <a:gd name="connsiteY6-5786" fmla="*/ 1714255 h 6867525"/>
              <a:gd name="connsiteX7-5787" fmla="*/ 2179012 w 9144000"/>
              <a:gd name="connsiteY7-5788" fmla="*/ 1913069 h 6867525"/>
              <a:gd name="connsiteX8-5789" fmla="*/ 353912 w 9144000"/>
              <a:gd name="connsiteY8-5790" fmla="*/ 3750823 h 6867525"/>
              <a:gd name="connsiteX9-5791" fmla="*/ 2950904 w 9144000"/>
              <a:gd name="connsiteY9-5792" fmla="*/ 5269933 h 6867525"/>
              <a:gd name="connsiteX10-5793" fmla="*/ 5687151 w 9144000"/>
              <a:gd name="connsiteY10-5794" fmla="*/ 5276887 h 6867525"/>
              <a:gd name="connsiteX11-5795" fmla="*/ 5777546 w 9144000"/>
              <a:gd name="connsiteY11-5796" fmla="*/ 5370760 h 6867525"/>
              <a:gd name="connsiteX12-5797" fmla="*/ 5708012 w 9144000"/>
              <a:gd name="connsiteY12-5798" fmla="*/ 5621090 h 6867525"/>
              <a:gd name="connsiteX13-5799" fmla="*/ 5906189 w 9144000"/>
              <a:gd name="connsiteY13-5800" fmla="*/ 5624568 h 6867525"/>
              <a:gd name="connsiteX14-5801" fmla="*/ 6059169 w 9144000"/>
              <a:gd name="connsiteY14-5802" fmla="*/ 5269934 h 6867525"/>
              <a:gd name="connsiteX15-5803" fmla="*/ 6128705 w 9144000"/>
              <a:gd name="connsiteY15-5804" fmla="*/ 5273411 h 6867525"/>
              <a:gd name="connsiteX16-5805" fmla="*/ 6208670 w 9144000"/>
              <a:gd name="connsiteY16-5806" fmla="*/ 5370760 h 6867525"/>
              <a:gd name="connsiteX17-5807" fmla="*/ 6135658 w 9144000"/>
              <a:gd name="connsiteY17-5808" fmla="*/ 5621091 h 6867525"/>
              <a:gd name="connsiteX18-5809" fmla="*/ 6340790 w 9144000"/>
              <a:gd name="connsiteY18-5810" fmla="*/ 5621091 h 6867525"/>
              <a:gd name="connsiteX19-5811" fmla="*/ 6497246 w 9144000"/>
              <a:gd name="connsiteY19-5812" fmla="*/ 5176060 h 6867525"/>
              <a:gd name="connsiteX20-5813" fmla="*/ 6636466 w 9144000"/>
              <a:gd name="connsiteY20-5814" fmla="*/ 4873617 h 6867525"/>
              <a:gd name="connsiteX21-5815" fmla="*/ 6636319 w 9144000"/>
              <a:gd name="connsiteY21-5816" fmla="*/ 2106040 h 6867525"/>
              <a:gd name="connsiteX22-5817" fmla="*/ 6542445 w 9144000"/>
              <a:gd name="connsiteY22-5818" fmla="*/ 1737498 h 6867525"/>
              <a:gd name="connsiteX23-5819" fmla="*/ 6094701 w 9144000"/>
              <a:gd name="connsiteY23-5820" fmla="*/ 1604868 h 6867525"/>
              <a:gd name="connsiteX24-5821" fmla="*/ 4089666 w 9144000"/>
              <a:gd name="connsiteY24-5822" fmla="*/ 8461 h 6867525"/>
              <a:gd name="connsiteX25-5823" fmla="*/ 3439138 w 9144000"/>
              <a:gd name="connsiteY25-5824" fmla="*/ 669454 h 6867525"/>
              <a:gd name="connsiteX26-5825" fmla="*/ 2763483 w 9144000"/>
              <a:gd name="connsiteY26-5826" fmla="*/ 1336303 h 6867525"/>
              <a:gd name="connsiteX27-5827" fmla="*/ 2677367 w 9144000"/>
              <a:gd name="connsiteY27-5828" fmla="*/ 1342560 h 6867525"/>
              <a:gd name="connsiteX28-5829" fmla="*/ 2599256 w 9144000"/>
              <a:gd name="connsiteY28-5830" fmla="*/ 1497695 h 6867525"/>
              <a:gd name="connsiteX29-5831" fmla="*/ 2448007 w 9144000"/>
              <a:gd name="connsiteY29-5832" fmla="*/ 1648301 h 6867525"/>
              <a:gd name="connsiteX30-5833" fmla="*/ 2377956 w 9144000"/>
              <a:gd name="connsiteY30-5834" fmla="*/ 1587018 h 6867525"/>
              <a:gd name="connsiteX31-5835" fmla="*/ 2449120 w 9144000"/>
              <a:gd name="connsiteY31-5836" fmla="*/ 1342775 h 6867525"/>
              <a:gd name="connsiteX32-5837" fmla="*/ 2244287 w 9144000"/>
              <a:gd name="connsiteY32-5838" fmla="*/ 1335243 h 6867525"/>
              <a:gd name="connsiteX0-5839" fmla="*/ 0 w 9144000"/>
              <a:gd name="connsiteY0-5840" fmla="*/ 0 h 6868765"/>
              <a:gd name="connsiteX1-5841" fmla="*/ 9144000 w 9144000"/>
              <a:gd name="connsiteY1-5842" fmla="*/ 0 h 6868765"/>
              <a:gd name="connsiteX2-5843" fmla="*/ 9144000 w 9144000"/>
              <a:gd name="connsiteY2-5844" fmla="*/ 6867525 h 6868765"/>
              <a:gd name="connsiteX3-5845" fmla="*/ 0 w 9144000"/>
              <a:gd name="connsiteY3-5846" fmla="*/ 6867525 h 6868765"/>
              <a:gd name="connsiteX4-5847" fmla="*/ 0 w 9144000"/>
              <a:gd name="connsiteY4-5848" fmla="*/ 0 h 6868765"/>
              <a:gd name="connsiteX5-5849" fmla="*/ 2244287 w 9144000"/>
              <a:gd name="connsiteY5-5850" fmla="*/ 1335243 h 6868765"/>
              <a:gd name="connsiteX6-5851" fmla="*/ 2094804 w 9144000"/>
              <a:gd name="connsiteY6-5852" fmla="*/ 1714255 h 6868765"/>
              <a:gd name="connsiteX7-5853" fmla="*/ 2179012 w 9144000"/>
              <a:gd name="connsiteY7-5854" fmla="*/ 1913069 h 6868765"/>
              <a:gd name="connsiteX8-5855" fmla="*/ 353912 w 9144000"/>
              <a:gd name="connsiteY8-5856" fmla="*/ 3750823 h 6868765"/>
              <a:gd name="connsiteX9-5857" fmla="*/ 3461398 w 9144000"/>
              <a:gd name="connsiteY9-5858" fmla="*/ 6868730 h 6868765"/>
              <a:gd name="connsiteX10-5859" fmla="*/ 5687151 w 9144000"/>
              <a:gd name="connsiteY10-5860" fmla="*/ 5276887 h 6868765"/>
              <a:gd name="connsiteX11-5861" fmla="*/ 5777546 w 9144000"/>
              <a:gd name="connsiteY11-5862" fmla="*/ 5370760 h 6868765"/>
              <a:gd name="connsiteX12-5863" fmla="*/ 5708012 w 9144000"/>
              <a:gd name="connsiteY12-5864" fmla="*/ 5621090 h 6868765"/>
              <a:gd name="connsiteX13-5865" fmla="*/ 5906189 w 9144000"/>
              <a:gd name="connsiteY13-5866" fmla="*/ 5624568 h 6868765"/>
              <a:gd name="connsiteX14-5867" fmla="*/ 6059169 w 9144000"/>
              <a:gd name="connsiteY14-5868" fmla="*/ 5269934 h 6868765"/>
              <a:gd name="connsiteX15-5869" fmla="*/ 6128705 w 9144000"/>
              <a:gd name="connsiteY15-5870" fmla="*/ 5273411 h 6868765"/>
              <a:gd name="connsiteX16-5871" fmla="*/ 6208670 w 9144000"/>
              <a:gd name="connsiteY16-5872" fmla="*/ 5370760 h 6868765"/>
              <a:gd name="connsiteX17-5873" fmla="*/ 6135658 w 9144000"/>
              <a:gd name="connsiteY17-5874" fmla="*/ 5621091 h 6868765"/>
              <a:gd name="connsiteX18-5875" fmla="*/ 6340790 w 9144000"/>
              <a:gd name="connsiteY18-5876" fmla="*/ 5621091 h 6868765"/>
              <a:gd name="connsiteX19-5877" fmla="*/ 6497246 w 9144000"/>
              <a:gd name="connsiteY19-5878" fmla="*/ 5176060 h 6868765"/>
              <a:gd name="connsiteX20-5879" fmla="*/ 6636466 w 9144000"/>
              <a:gd name="connsiteY20-5880" fmla="*/ 4873617 h 6868765"/>
              <a:gd name="connsiteX21-5881" fmla="*/ 6636319 w 9144000"/>
              <a:gd name="connsiteY21-5882" fmla="*/ 2106040 h 6868765"/>
              <a:gd name="connsiteX22-5883" fmla="*/ 6542445 w 9144000"/>
              <a:gd name="connsiteY22-5884" fmla="*/ 1737498 h 6868765"/>
              <a:gd name="connsiteX23-5885" fmla="*/ 6094701 w 9144000"/>
              <a:gd name="connsiteY23-5886" fmla="*/ 1604868 h 6868765"/>
              <a:gd name="connsiteX24-5887" fmla="*/ 4089666 w 9144000"/>
              <a:gd name="connsiteY24-5888" fmla="*/ 8461 h 6868765"/>
              <a:gd name="connsiteX25-5889" fmla="*/ 3439138 w 9144000"/>
              <a:gd name="connsiteY25-5890" fmla="*/ 669454 h 6868765"/>
              <a:gd name="connsiteX26-5891" fmla="*/ 2763483 w 9144000"/>
              <a:gd name="connsiteY26-5892" fmla="*/ 1336303 h 6868765"/>
              <a:gd name="connsiteX27-5893" fmla="*/ 2677367 w 9144000"/>
              <a:gd name="connsiteY27-5894" fmla="*/ 1342560 h 6868765"/>
              <a:gd name="connsiteX28-5895" fmla="*/ 2599256 w 9144000"/>
              <a:gd name="connsiteY28-5896" fmla="*/ 1497695 h 6868765"/>
              <a:gd name="connsiteX29-5897" fmla="*/ 2448007 w 9144000"/>
              <a:gd name="connsiteY29-5898" fmla="*/ 1648301 h 6868765"/>
              <a:gd name="connsiteX30-5899" fmla="*/ 2377956 w 9144000"/>
              <a:gd name="connsiteY30-5900" fmla="*/ 1587018 h 6868765"/>
              <a:gd name="connsiteX31-5901" fmla="*/ 2449120 w 9144000"/>
              <a:gd name="connsiteY31-5902" fmla="*/ 1342775 h 6868765"/>
              <a:gd name="connsiteX32-5903" fmla="*/ 2244287 w 9144000"/>
              <a:gd name="connsiteY32-5904" fmla="*/ 1335243 h 6868765"/>
              <a:gd name="connsiteX0-5905" fmla="*/ 0 w 9144000"/>
              <a:gd name="connsiteY0-5906" fmla="*/ 0 h 6868730"/>
              <a:gd name="connsiteX1-5907" fmla="*/ 9144000 w 9144000"/>
              <a:gd name="connsiteY1-5908" fmla="*/ 0 h 6868730"/>
              <a:gd name="connsiteX2-5909" fmla="*/ 9144000 w 9144000"/>
              <a:gd name="connsiteY2-5910" fmla="*/ 6867525 h 6868730"/>
              <a:gd name="connsiteX3-5911" fmla="*/ 0 w 9144000"/>
              <a:gd name="connsiteY3-5912" fmla="*/ 6867525 h 6868730"/>
              <a:gd name="connsiteX4-5913" fmla="*/ 0 w 9144000"/>
              <a:gd name="connsiteY4-5914" fmla="*/ 0 h 6868730"/>
              <a:gd name="connsiteX5-5915" fmla="*/ 2244287 w 9144000"/>
              <a:gd name="connsiteY5-5916" fmla="*/ 1335243 h 6868730"/>
              <a:gd name="connsiteX6-5917" fmla="*/ 2094804 w 9144000"/>
              <a:gd name="connsiteY6-5918" fmla="*/ 1714255 h 6868730"/>
              <a:gd name="connsiteX7-5919" fmla="*/ 2179012 w 9144000"/>
              <a:gd name="connsiteY7-5920" fmla="*/ 1913069 h 6868730"/>
              <a:gd name="connsiteX8-5921" fmla="*/ 353912 w 9144000"/>
              <a:gd name="connsiteY8-5922" fmla="*/ 3750823 h 6868730"/>
              <a:gd name="connsiteX9-5923" fmla="*/ 3461398 w 9144000"/>
              <a:gd name="connsiteY9-5924" fmla="*/ 6868730 h 6868730"/>
              <a:gd name="connsiteX10-5925" fmla="*/ 5687151 w 9144000"/>
              <a:gd name="connsiteY10-5926" fmla="*/ 5276887 h 6868730"/>
              <a:gd name="connsiteX11-5927" fmla="*/ 5777546 w 9144000"/>
              <a:gd name="connsiteY11-5928" fmla="*/ 5370760 h 6868730"/>
              <a:gd name="connsiteX12-5929" fmla="*/ 5708012 w 9144000"/>
              <a:gd name="connsiteY12-5930" fmla="*/ 5621090 h 6868730"/>
              <a:gd name="connsiteX13-5931" fmla="*/ 5906189 w 9144000"/>
              <a:gd name="connsiteY13-5932" fmla="*/ 5624568 h 6868730"/>
              <a:gd name="connsiteX14-5933" fmla="*/ 6059169 w 9144000"/>
              <a:gd name="connsiteY14-5934" fmla="*/ 5269934 h 6868730"/>
              <a:gd name="connsiteX15-5935" fmla="*/ 6128705 w 9144000"/>
              <a:gd name="connsiteY15-5936" fmla="*/ 5273411 h 6868730"/>
              <a:gd name="connsiteX16-5937" fmla="*/ 6208670 w 9144000"/>
              <a:gd name="connsiteY16-5938" fmla="*/ 5370760 h 6868730"/>
              <a:gd name="connsiteX17-5939" fmla="*/ 6135658 w 9144000"/>
              <a:gd name="connsiteY17-5940" fmla="*/ 5621091 h 6868730"/>
              <a:gd name="connsiteX18-5941" fmla="*/ 6340790 w 9144000"/>
              <a:gd name="connsiteY18-5942" fmla="*/ 5621091 h 6868730"/>
              <a:gd name="connsiteX19-5943" fmla="*/ 6497246 w 9144000"/>
              <a:gd name="connsiteY19-5944" fmla="*/ 5176060 h 6868730"/>
              <a:gd name="connsiteX20-5945" fmla="*/ 6636466 w 9144000"/>
              <a:gd name="connsiteY20-5946" fmla="*/ 4873617 h 6868730"/>
              <a:gd name="connsiteX21-5947" fmla="*/ 6636319 w 9144000"/>
              <a:gd name="connsiteY21-5948" fmla="*/ 2106040 h 6868730"/>
              <a:gd name="connsiteX22-5949" fmla="*/ 6542445 w 9144000"/>
              <a:gd name="connsiteY22-5950" fmla="*/ 1737498 h 6868730"/>
              <a:gd name="connsiteX23-5951" fmla="*/ 6094701 w 9144000"/>
              <a:gd name="connsiteY23-5952" fmla="*/ 1604868 h 6868730"/>
              <a:gd name="connsiteX24-5953" fmla="*/ 4089666 w 9144000"/>
              <a:gd name="connsiteY24-5954" fmla="*/ 8461 h 6868730"/>
              <a:gd name="connsiteX25-5955" fmla="*/ 3439138 w 9144000"/>
              <a:gd name="connsiteY25-5956" fmla="*/ 669454 h 6868730"/>
              <a:gd name="connsiteX26-5957" fmla="*/ 2763483 w 9144000"/>
              <a:gd name="connsiteY26-5958" fmla="*/ 1336303 h 6868730"/>
              <a:gd name="connsiteX27-5959" fmla="*/ 2677367 w 9144000"/>
              <a:gd name="connsiteY27-5960" fmla="*/ 1342560 h 6868730"/>
              <a:gd name="connsiteX28-5961" fmla="*/ 2599256 w 9144000"/>
              <a:gd name="connsiteY28-5962" fmla="*/ 1497695 h 6868730"/>
              <a:gd name="connsiteX29-5963" fmla="*/ 2448007 w 9144000"/>
              <a:gd name="connsiteY29-5964" fmla="*/ 1648301 h 6868730"/>
              <a:gd name="connsiteX30-5965" fmla="*/ 2377956 w 9144000"/>
              <a:gd name="connsiteY30-5966" fmla="*/ 1587018 h 6868730"/>
              <a:gd name="connsiteX31-5967" fmla="*/ 2449120 w 9144000"/>
              <a:gd name="connsiteY31-5968" fmla="*/ 1342775 h 6868730"/>
              <a:gd name="connsiteX32-5969" fmla="*/ 2244287 w 9144000"/>
              <a:gd name="connsiteY32-5970" fmla="*/ 1335243 h 6868730"/>
              <a:gd name="connsiteX0-5971" fmla="*/ 0 w 9144000"/>
              <a:gd name="connsiteY0-5972" fmla="*/ 0 h 6868730"/>
              <a:gd name="connsiteX1-5973" fmla="*/ 9144000 w 9144000"/>
              <a:gd name="connsiteY1-5974" fmla="*/ 0 h 6868730"/>
              <a:gd name="connsiteX2-5975" fmla="*/ 9144000 w 9144000"/>
              <a:gd name="connsiteY2-5976" fmla="*/ 6867525 h 6868730"/>
              <a:gd name="connsiteX3-5977" fmla="*/ 0 w 9144000"/>
              <a:gd name="connsiteY3-5978" fmla="*/ 6867525 h 6868730"/>
              <a:gd name="connsiteX4-5979" fmla="*/ 0 w 9144000"/>
              <a:gd name="connsiteY4-5980" fmla="*/ 0 h 6868730"/>
              <a:gd name="connsiteX5-5981" fmla="*/ 2244287 w 9144000"/>
              <a:gd name="connsiteY5-5982" fmla="*/ 1335243 h 6868730"/>
              <a:gd name="connsiteX6-5983" fmla="*/ 2094804 w 9144000"/>
              <a:gd name="connsiteY6-5984" fmla="*/ 1714255 h 6868730"/>
              <a:gd name="connsiteX7-5985" fmla="*/ 2179012 w 9144000"/>
              <a:gd name="connsiteY7-5986" fmla="*/ 1913069 h 6868730"/>
              <a:gd name="connsiteX8-5987" fmla="*/ 353912 w 9144000"/>
              <a:gd name="connsiteY8-5988" fmla="*/ 3750823 h 6868730"/>
              <a:gd name="connsiteX9-5989" fmla="*/ 3461398 w 9144000"/>
              <a:gd name="connsiteY9-5990" fmla="*/ 6868730 h 6868730"/>
              <a:gd name="connsiteX10-5991" fmla="*/ 5687151 w 9144000"/>
              <a:gd name="connsiteY10-5992" fmla="*/ 5276887 h 6868730"/>
              <a:gd name="connsiteX11-5993" fmla="*/ 5777546 w 9144000"/>
              <a:gd name="connsiteY11-5994" fmla="*/ 5370760 h 6868730"/>
              <a:gd name="connsiteX12-5995" fmla="*/ 5708012 w 9144000"/>
              <a:gd name="connsiteY12-5996" fmla="*/ 5621090 h 6868730"/>
              <a:gd name="connsiteX13-5997" fmla="*/ 5906189 w 9144000"/>
              <a:gd name="connsiteY13-5998" fmla="*/ 5624568 h 6868730"/>
              <a:gd name="connsiteX14-5999" fmla="*/ 6059169 w 9144000"/>
              <a:gd name="connsiteY14-6000" fmla="*/ 5269934 h 6868730"/>
              <a:gd name="connsiteX15-6001" fmla="*/ 6128705 w 9144000"/>
              <a:gd name="connsiteY15-6002" fmla="*/ 5273411 h 6868730"/>
              <a:gd name="connsiteX16-6003" fmla="*/ 6208670 w 9144000"/>
              <a:gd name="connsiteY16-6004" fmla="*/ 5370760 h 6868730"/>
              <a:gd name="connsiteX17-6005" fmla="*/ 6135658 w 9144000"/>
              <a:gd name="connsiteY17-6006" fmla="*/ 5621091 h 6868730"/>
              <a:gd name="connsiteX18-6007" fmla="*/ 6340790 w 9144000"/>
              <a:gd name="connsiteY18-6008" fmla="*/ 5621091 h 6868730"/>
              <a:gd name="connsiteX19-6009" fmla="*/ 6497246 w 9144000"/>
              <a:gd name="connsiteY19-6010" fmla="*/ 5176060 h 6868730"/>
              <a:gd name="connsiteX20-6011" fmla="*/ 6636466 w 9144000"/>
              <a:gd name="connsiteY20-6012" fmla="*/ 4873617 h 6868730"/>
              <a:gd name="connsiteX21-6013" fmla="*/ 6636319 w 9144000"/>
              <a:gd name="connsiteY21-6014" fmla="*/ 2106040 h 6868730"/>
              <a:gd name="connsiteX22-6015" fmla="*/ 6542445 w 9144000"/>
              <a:gd name="connsiteY22-6016" fmla="*/ 1737498 h 6868730"/>
              <a:gd name="connsiteX23-6017" fmla="*/ 6094701 w 9144000"/>
              <a:gd name="connsiteY23-6018" fmla="*/ 1604868 h 6868730"/>
              <a:gd name="connsiteX24-6019" fmla="*/ 4089666 w 9144000"/>
              <a:gd name="connsiteY24-6020" fmla="*/ 8461 h 6868730"/>
              <a:gd name="connsiteX25-6021" fmla="*/ 3439138 w 9144000"/>
              <a:gd name="connsiteY25-6022" fmla="*/ 669454 h 6868730"/>
              <a:gd name="connsiteX26-6023" fmla="*/ 2763483 w 9144000"/>
              <a:gd name="connsiteY26-6024" fmla="*/ 1336303 h 6868730"/>
              <a:gd name="connsiteX27-6025" fmla="*/ 2677367 w 9144000"/>
              <a:gd name="connsiteY27-6026" fmla="*/ 1342560 h 6868730"/>
              <a:gd name="connsiteX28-6027" fmla="*/ 2599256 w 9144000"/>
              <a:gd name="connsiteY28-6028" fmla="*/ 1497695 h 6868730"/>
              <a:gd name="connsiteX29-6029" fmla="*/ 2448007 w 9144000"/>
              <a:gd name="connsiteY29-6030" fmla="*/ 1648301 h 6868730"/>
              <a:gd name="connsiteX30-6031" fmla="*/ 2377956 w 9144000"/>
              <a:gd name="connsiteY30-6032" fmla="*/ 1587018 h 6868730"/>
              <a:gd name="connsiteX31-6033" fmla="*/ 2449120 w 9144000"/>
              <a:gd name="connsiteY31-6034" fmla="*/ 1342775 h 6868730"/>
              <a:gd name="connsiteX32-6035" fmla="*/ 2244287 w 9144000"/>
              <a:gd name="connsiteY32-6036" fmla="*/ 1335243 h 6868730"/>
              <a:gd name="connsiteX0-6037" fmla="*/ 0 w 9144000"/>
              <a:gd name="connsiteY0-6038" fmla="*/ 0 h 6873719"/>
              <a:gd name="connsiteX1-6039" fmla="*/ 9144000 w 9144000"/>
              <a:gd name="connsiteY1-6040" fmla="*/ 0 h 6873719"/>
              <a:gd name="connsiteX2-6041" fmla="*/ 9144000 w 9144000"/>
              <a:gd name="connsiteY2-6042" fmla="*/ 6867525 h 6873719"/>
              <a:gd name="connsiteX3-6043" fmla="*/ 0 w 9144000"/>
              <a:gd name="connsiteY3-6044" fmla="*/ 6867525 h 6873719"/>
              <a:gd name="connsiteX4-6045" fmla="*/ 0 w 9144000"/>
              <a:gd name="connsiteY4-6046" fmla="*/ 0 h 6873719"/>
              <a:gd name="connsiteX5-6047" fmla="*/ 2244287 w 9144000"/>
              <a:gd name="connsiteY5-6048" fmla="*/ 1335243 h 6873719"/>
              <a:gd name="connsiteX6-6049" fmla="*/ 2094804 w 9144000"/>
              <a:gd name="connsiteY6-6050" fmla="*/ 1714255 h 6873719"/>
              <a:gd name="connsiteX7-6051" fmla="*/ 2179012 w 9144000"/>
              <a:gd name="connsiteY7-6052" fmla="*/ 1913069 h 6873719"/>
              <a:gd name="connsiteX8-6053" fmla="*/ 353912 w 9144000"/>
              <a:gd name="connsiteY8-6054" fmla="*/ 3750823 h 6873719"/>
              <a:gd name="connsiteX9-6055" fmla="*/ 3461398 w 9144000"/>
              <a:gd name="connsiteY9-6056" fmla="*/ 6868730 h 6873719"/>
              <a:gd name="connsiteX10-6057" fmla="*/ 5833006 w 9144000"/>
              <a:gd name="connsiteY10-6058" fmla="*/ 6870074 h 6873719"/>
              <a:gd name="connsiteX11-6059" fmla="*/ 5777546 w 9144000"/>
              <a:gd name="connsiteY11-6060" fmla="*/ 5370760 h 6873719"/>
              <a:gd name="connsiteX12-6061" fmla="*/ 5708012 w 9144000"/>
              <a:gd name="connsiteY12-6062" fmla="*/ 5621090 h 6873719"/>
              <a:gd name="connsiteX13-6063" fmla="*/ 5906189 w 9144000"/>
              <a:gd name="connsiteY13-6064" fmla="*/ 5624568 h 6873719"/>
              <a:gd name="connsiteX14-6065" fmla="*/ 6059169 w 9144000"/>
              <a:gd name="connsiteY14-6066" fmla="*/ 5269934 h 6873719"/>
              <a:gd name="connsiteX15-6067" fmla="*/ 6128705 w 9144000"/>
              <a:gd name="connsiteY15-6068" fmla="*/ 5273411 h 6873719"/>
              <a:gd name="connsiteX16-6069" fmla="*/ 6208670 w 9144000"/>
              <a:gd name="connsiteY16-6070" fmla="*/ 5370760 h 6873719"/>
              <a:gd name="connsiteX17-6071" fmla="*/ 6135658 w 9144000"/>
              <a:gd name="connsiteY17-6072" fmla="*/ 5621091 h 6873719"/>
              <a:gd name="connsiteX18-6073" fmla="*/ 6340790 w 9144000"/>
              <a:gd name="connsiteY18-6074" fmla="*/ 5621091 h 6873719"/>
              <a:gd name="connsiteX19-6075" fmla="*/ 6497246 w 9144000"/>
              <a:gd name="connsiteY19-6076" fmla="*/ 5176060 h 6873719"/>
              <a:gd name="connsiteX20-6077" fmla="*/ 6636466 w 9144000"/>
              <a:gd name="connsiteY20-6078" fmla="*/ 4873617 h 6873719"/>
              <a:gd name="connsiteX21-6079" fmla="*/ 6636319 w 9144000"/>
              <a:gd name="connsiteY21-6080" fmla="*/ 2106040 h 6873719"/>
              <a:gd name="connsiteX22-6081" fmla="*/ 6542445 w 9144000"/>
              <a:gd name="connsiteY22-6082" fmla="*/ 1737498 h 6873719"/>
              <a:gd name="connsiteX23-6083" fmla="*/ 6094701 w 9144000"/>
              <a:gd name="connsiteY23-6084" fmla="*/ 1604868 h 6873719"/>
              <a:gd name="connsiteX24-6085" fmla="*/ 4089666 w 9144000"/>
              <a:gd name="connsiteY24-6086" fmla="*/ 8461 h 6873719"/>
              <a:gd name="connsiteX25-6087" fmla="*/ 3439138 w 9144000"/>
              <a:gd name="connsiteY25-6088" fmla="*/ 669454 h 6873719"/>
              <a:gd name="connsiteX26-6089" fmla="*/ 2763483 w 9144000"/>
              <a:gd name="connsiteY26-6090" fmla="*/ 1336303 h 6873719"/>
              <a:gd name="connsiteX27-6091" fmla="*/ 2677367 w 9144000"/>
              <a:gd name="connsiteY27-6092" fmla="*/ 1342560 h 6873719"/>
              <a:gd name="connsiteX28-6093" fmla="*/ 2599256 w 9144000"/>
              <a:gd name="connsiteY28-6094" fmla="*/ 1497695 h 6873719"/>
              <a:gd name="connsiteX29-6095" fmla="*/ 2448007 w 9144000"/>
              <a:gd name="connsiteY29-6096" fmla="*/ 1648301 h 6873719"/>
              <a:gd name="connsiteX30-6097" fmla="*/ 2377956 w 9144000"/>
              <a:gd name="connsiteY30-6098" fmla="*/ 1587018 h 6873719"/>
              <a:gd name="connsiteX31-6099" fmla="*/ 2449120 w 9144000"/>
              <a:gd name="connsiteY31-6100" fmla="*/ 1342775 h 6873719"/>
              <a:gd name="connsiteX32-6101" fmla="*/ 2244287 w 9144000"/>
              <a:gd name="connsiteY32-6102" fmla="*/ 1335243 h 6873719"/>
              <a:gd name="connsiteX0-6103" fmla="*/ 0 w 9144000"/>
              <a:gd name="connsiteY0-6104" fmla="*/ 0 h 6874539"/>
              <a:gd name="connsiteX1-6105" fmla="*/ 9144000 w 9144000"/>
              <a:gd name="connsiteY1-6106" fmla="*/ 0 h 6874539"/>
              <a:gd name="connsiteX2-6107" fmla="*/ 9144000 w 9144000"/>
              <a:gd name="connsiteY2-6108" fmla="*/ 6867525 h 6874539"/>
              <a:gd name="connsiteX3-6109" fmla="*/ 0 w 9144000"/>
              <a:gd name="connsiteY3-6110" fmla="*/ 6867525 h 6874539"/>
              <a:gd name="connsiteX4-6111" fmla="*/ 0 w 9144000"/>
              <a:gd name="connsiteY4-6112" fmla="*/ 0 h 6874539"/>
              <a:gd name="connsiteX5-6113" fmla="*/ 2244287 w 9144000"/>
              <a:gd name="connsiteY5-6114" fmla="*/ 1335243 h 6874539"/>
              <a:gd name="connsiteX6-6115" fmla="*/ 2094804 w 9144000"/>
              <a:gd name="connsiteY6-6116" fmla="*/ 1714255 h 6874539"/>
              <a:gd name="connsiteX7-6117" fmla="*/ 2179012 w 9144000"/>
              <a:gd name="connsiteY7-6118" fmla="*/ 1913069 h 6874539"/>
              <a:gd name="connsiteX8-6119" fmla="*/ 353912 w 9144000"/>
              <a:gd name="connsiteY8-6120" fmla="*/ 3750823 h 6874539"/>
              <a:gd name="connsiteX9-6121" fmla="*/ 3461398 w 9144000"/>
              <a:gd name="connsiteY9-6122" fmla="*/ 6868730 h 6874539"/>
              <a:gd name="connsiteX10-6123" fmla="*/ 5833006 w 9144000"/>
              <a:gd name="connsiteY10-6124" fmla="*/ 6870074 h 6874539"/>
              <a:gd name="connsiteX11-6125" fmla="*/ 7011705 w 9144000"/>
              <a:gd name="connsiteY11-6126" fmla="*/ 5679300 h 6874539"/>
              <a:gd name="connsiteX12-6127" fmla="*/ 5708012 w 9144000"/>
              <a:gd name="connsiteY12-6128" fmla="*/ 5621090 h 6874539"/>
              <a:gd name="connsiteX13-6129" fmla="*/ 5906189 w 9144000"/>
              <a:gd name="connsiteY13-6130" fmla="*/ 5624568 h 6874539"/>
              <a:gd name="connsiteX14-6131" fmla="*/ 6059169 w 9144000"/>
              <a:gd name="connsiteY14-6132" fmla="*/ 5269934 h 6874539"/>
              <a:gd name="connsiteX15-6133" fmla="*/ 6128705 w 9144000"/>
              <a:gd name="connsiteY15-6134" fmla="*/ 5273411 h 6874539"/>
              <a:gd name="connsiteX16-6135" fmla="*/ 6208670 w 9144000"/>
              <a:gd name="connsiteY16-6136" fmla="*/ 5370760 h 6874539"/>
              <a:gd name="connsiteX17-6137" fmla="*/ 6135658 w 9144000"/>
              <a:gd name="connsiteY17-6138" fmla="*/ 5621091 h 6874539"/>
              <a:gd name="connsiteX18-6139" fmla="*/ 6340790 w 9144000"/>
              <a:gd name="connsiteY18-6140" fmla="*/ 5621091 h 6874539"/>
              <a:gd name="connsiteX19-6141" fmla="*/ 6497246 w 9144000"/>
              <a:gd name="connsiteY19-6142" fmla="*/ 5176060 h 6874539"/>
              <a:gd name="connsiteX20-6143" fmla="*/ 6636466 w 9144000"/>
              <a:gd name="connsiteY20-6144" fmla="*/ 4873617 h 6874539"/>
              <a:gd name="connsiteX21-6145" fmla="*/ 6636319 w 9144000"/>
              <a:gd name="connsiteY21-6146" fmla="*/ 2106040 h 6874539"/>
              <a:gd name="connsiteX22-6147" fmla="*/ 6542445 w 9144000"/>
              <a:gd name="connsiteY22-6148" fmla="*/ 1737498 h 6874539"/>
              <a:gd name="connsiteX23-6149" fmla="*/ 6094701 w 9144000"/>
              <a:gd name="connsiteY23-6150" fmla="*/ 1604868 h 6874539"/>
              <a:gd name="connsiteX24-6151" fmla="*/ 4089666 w 9144000"/>
              <a:gd name="connsiteY24-6152" fmla="*/ 8461 h 6874539"/>
              <a:gd name="connsiteX25-6153" fmla="*/ 3439138 w 9144000"/>
              <a:gd name="connsiteY25-6154" fmla="*/ 669454 h 6874539"/>
              <a:gd name="connsiteX26-6155" fmla="*/ 2763483 w 9144000"/>
              <a:gd name="connsiteY26-6156" fmla="*/ 1336303 h 6874539"/>
              <a:gd name="connsiteX27-6157" fmla="*/ 2677367 w 9144000"/>
              <a:gd name="connsiteY27-6158" fmla="*/ 1342560 h 6874539"/>
              <a:gd name="connsiteX28-6159" fmla="*/ 2599256 w 9144000"/>
              <a:gd name="connsiteY28-6160" fmla="*/ 1497695 h 6874539"/>
              <a:gd name="connsiteX29-6161" fmla="*/ 2448007 w 9144000"/>
              <a:gd name="connsiteY29-6162" fmla="*/ 1648301 h 6874539"/>
              <a:gd name="connsiteX30-6163" fmla="*/ 2377956 w 9144000"/>
              <a:gd name="connsiteY30-6164" fmla="*/ 1587018 h 6874539"/>
              <a:gd name="connsiteX31-6165" fmla="*/ 2449120 w 9144000"/>
              <a:gd name="connsiteY31-6166" fmla="*/ 1342775 h 6874539"/>
              <a:gd name="connsiteX32-6167" fmla="*/ 2244287 w 9144000"/>
              <a:gd name="connsiteY32-6168" fmla="*/ 1335243 h 6874539"/>
              <a:gd name="connsiteX0-6169" fmla="*/ 0 w 9144000"/>
              <a:gd name="connsiteY0-6170" fmla="*/ 0 h 6874539"/>
              <a:gd name="connsiteX1-6171" fmla="*/ 9144000 w 9144000"/>
              <a:gd name="connsiteY1-6172" fmla="*/ 0 h 6874539"/>
              <a:gd name="connsiteX2-6173" fmla="*/ 9144000 w 9144000"/>
              <a:gd name="connsiteY2-6174" fmla="*/ 6867525 h 6874539"/>
              <a:gd name="connsiteX3-6175" fmla="*/ 0 w 9144000"/>
              <a:gd name="connsiteY3-6176" fmla="*/ 6867525 h 6874539"/>
              <a:gd name="connsiteX4-6177" fmla="*/ 0 w 9144000"/>
              <a:gd name="connsiteY4-6178" fmla="*/ 0 h 6874539"/>
              <a:gd name="connsiteX5-6179" fmla="*/ 2244287 w 9144000"/>
              <a:gd name="connsiteY5-6180" fmla="*/ 1335243 h 6874539"/>
              <a:gd name="connsiteX6-6181" fmla="*/ 2094804 w 9144000"/>
              <a:gd name="connsiteY6-6182" fmla="*/ 1714255 h 6874539"/>
              <a:gd name="connsiteX7-6183" fmla="*/ 2179012 w 9144000"/>
              <a:gd name="connsiteY7-6184" fmla="*/ 1913069 h 6874539"/>
              <a:gd name="connsiteX8-6185" fmla="*/ 353912 w 9144000"/>
              <a:gd name="connsiteY8-6186" fmla="*/ 3750823 h 6874539"/>
              <a:gd name="connsiteX9-6187" fmla="*/ 3461398 w 9144000"/>
              <a:gd name="connsiteY9-6188" fmla="*/ 6868730 h 6874539"/>
              <a:gd name="connsiteX10-6189" fmla="*/ 5788127 w 9144000"/>
              <a:gd name="connsiteY10-6190" fmla="*/ 6870074 h 6874539"/>
              <a:gd name="connsiteX11-6191" fmla="*/ 7011705 w 9144000"/>
              <a:gd name="connsiteY11-6192" fmla="*/ 5679300 h 6874539"/>
              <a:gd name="connsiteX12-6193" fmla="*/ 5708012 w 9144000"/>
              <a:gd name="connsiteY12-6194" fmla="*/ 5621090 h 6874539"/>
              <a:gd name="connsiteX13-6195" fmla="*/ 5906189 w 9144000"/>
              <a:gd name="connsiteY13-6196" fmla="*/ 5624568 h 6874539"/>
              <a:gd name="connsiteX14-6197" fmla="*/ 6059169 w 9144000"/>
              <a:gd name="connsiteY14-6198" fmla="*/ 5269934 h 6874539"/>
              <a:gd name="connsiteX15-6199" fmla="*/ 6128705 w 9144000"/>
              <a:gd name="connsiteY15-6200" fmla="*/ 5273411 h 6874539"/>
              <a:gd name="connsiteX16-6201" fmla="*/ 6208670 w 9144000"/>
              <a:gd name="connsiteY16-6202" fmla="*/ 5370760 h 6874539"/>
              <a:gd name="connsiteX17-6203" fmla="*/ 6135658 w 9144000"/>
              <a:gd name="connsiteY17-6204" fmla="*/ 5621091 h 6874539"/>
              <a:gd name="connsiteX18-6205" fmla="*/ 6340790 w 9144000"/>
              <a:gd name="connsiteY18-6206" fmla="*/ 5621091 h 6874539"/>
              <a:gd name="connsiteX19-6207" fmla="*/ 6497246 w 9144000"/>
              <a:gd name="connsiteY19-6208" fmla="*/ 5176060 h 6874539"/>
              <a:gd name="connsiteX20-6209" fmla="*/ 6636466 w 9144000"/>
              <a:gd name="connsiteY20-6210" fmla="*/ 4873617 h 6874539"/>
              <a:gd name="connsiteX21-6211" fmla="*/ 6636319 w 9144000"/>
              <a:gd name="connsiteY21-6212" fmla="*/ 2106040 h 6874539"/>
              <a:gd name="connsiteX22-6213" fmla="*/ 6542445 w 9144000"/>
              <a:gd name="connsiteY22-6214" fmla="*/ 1737498 h 6874539"/>
              <a:gd name="connsiteX23-6215" fmla="*/ 6094701 w 9144000"/>
              <a:gd name="connsiteY23-6216" fmla="*/ 1604868 h 6874539"/>
              <a:gd name="connsiteX24-6217" fmla="*/ 4089666 w 9144000"/>
              <a:gd name="connsiteY24-6218" fmla="*/ 8461 h 6874539"/>
              <a:gd name="connsiteX25-6219" fmla="*/ 3439138 w 9144000"/>
              <a:gd name="connsiteY25-6220" fmla="*/ 669454 h 6874539"/>
              <a:gd name="connsiteX26-6221" fmla="*/ 2763483 w 9144000"/>
              <a:gd name="connsiteY26-6222" fmla="*/ 1336303 h 6874539"/>
              <a:gd name="connsiteX27-6223" fmla="*/ 2677367 w 9144000"/>
              <a:gd name="connsiteY27-6224" fmla="*/ 1342560 h 6874539"/>
              <a:gd name="connsiteX28-6225" fmla="*/ 2599256 w 9144000"/>
              <a:gd name="connsiteY28-6226" fmla="*/ 1497695 h 6874539"/>
              <a:gd name="connsiteX29-6227" fmla="*/ 2448007 w 9144000"/>
              <a:gd name="connsiteY29-6228" fmla="*/ 1648301 h 6874539"/>
              <a:gd name="connsiteX30-6229" fmla="*/ 2377956 w 9144000"/>
              <a:gd name="connsiteY30-6230" fmla="*/ 1587018 h 6874539"/>
              <a:gd name="connsiteX31-6231" fmla="*/ 2449120 w 9144000"/>
              <a:gd name="connsiteY31-6232" fmla="*/ 1342775 h 6874539"/>
              <a:gd name="connsiteX32-6233" fmla="*/ 2244287 w 9144000"/>
              <a:gd name="connsiteY32-6234" fmla="*/ 1335243 h 6874539"/>
              <a:gd name="connsiteX0-6235" fmla="*/ 0 w 9144000"/>
              <a:gd name="connsiteY0-6236" fmla="*/ 0 h 6870074"/>
              <a:gd name="connsiteX1-6237" fmla="*/ 9144000 w 9144000"/>
              <a:gd name="connsiteY1-6238" fmla="*/ 0 h 6870074"/>
              <a:gd name="connsiteX2-6239" fmla="*/ 9144000 w 9144000"/>
              <a:gd name="connsiteY2-6240" fmla="*/ 6867525 h 6870074"/>
              <a:gd name="connsiteX3-6241" fmla="*/ 0 w 9144000"/>
              <a:gd name="connsiteY3-6242" fmla="*/ 6867525 h 6870074"/>
              <a:gd name="connsiteX4-6243" fmla="*/ 0 w 9144000"/>
              <a:gd name="connsiteY4-6244" fmla="*/ 0 h 6870074"/>
              <a:gd name="connsiteX5-6245" fmla="*/ 2244287 w 9144000"/>
              <a:gd name="connsiteY5-6246" fmla="*/ 1335243 h 6870074"/>
              <a:gd name="connsiteX6-6247" fmla="*/ 2094804 w 9144000"/>
              <a:gd name="connsiteY6-6248" fmla="*/ 1714255 h 6870074"/>
              <a:gd name="connsiteX7-6249" fmla="*/ 2179012 w 9144000"/>
              <a:gd name="connsiteY7-6250" fmla="*/ 1913069 h 6870074"/>
              <a:gd name="connsiteX8-6251" fmla="*/ 353912 w 9144000"/>
              <a:gd name="connsiteY8-6252" fmla="*/ 3750823 h 6870074"/>
              <a:gd name="connsiteX9-6253" fmla="*/ 3461398 w 9144000"/>
              <a:gd name="connsiteY9-6254" fmla="*/ 6868730 h 6870074"/>
              <a:gd name="connsiteX10-6255" fmla="*/ 5788127 w 9144000"/>
              <a:gd name="connsiteY10-6256" fmla="*/ 6870074 h 6870074"/>
              <a:gd name="connsiteX11-6257" fmla="*/ 7011705 w 9144000"/>
              <a:gd name="connsiteY11-6258" fmla="*/ 5679300 h 6870074"/>
              <a:gd name="connsiteX12-6259" fmla="*/ 5708012 w 9144000"/>
              <a:gd name="connsiteY12-6260" fmla="*/ 5621090 h 6870074"/>
              <a:gd name="connsiteX13-6261" fmla="*/ 5906189 w 9144000"/>
              <a:gd name="connsiteY13-6262" fmla="*/ 5624568 h 6870074"/>
              <a:gd name="connsiteX14-6263" fmla="*/ 6059169 w 9144000"/>
              <a:gd name="connsiteY14-6264" fmla="*/ 5269934 h 6870074"/>
              <a:gd name="connsiteX15-6265" fmla="*/ 6128705 w 9144000"/>
              <a:gd name="connsiteY15-6266" fmla="*/ 5273411 h 6870074"/>
              <a:gd name="connsiteX16-6267" fmla="*/ 6208670 w 9144000"/>
              <a:gd name="connsiteY16-6268" fmla="*/ 5370760 h 6870074"/>
              <a:gd name="connsiteX17-6269" fmla="*/ 6135658 w 9144000"/>
              <a:gd name="connsiteY17-6270" fmla="*/ 5621091 h 6870074"/>
              <a:gd name="connsiteX18-6271" fmla="*/ 6340790 w 9144000"/>
              <a:gd name="connsiteY18-6272" fmla="*/ 5621091 h 6870074"/>
              <a:gd name="connsiteX19-6273" fmla="*/ 6497246 w 9144000"/>
              <a:gd name="connsiteY19-6274" fmla="*/ 5176060 h 6870074"/>
              <a:gd name="connsiteX20-6275" fmla="*/ 6636466 w 9144000"/>
              <a:gd name="connsiteY20-6276" fmla="*/ 4873617 h 6870074"/>
              <a:gd name="connsiteX21-6277" fmla="*/ 6636319 w 9144000"/>
              <a:gd name="connsiteY21-6278" fmla="*/ 2106040 h 6870074"/>
              <a:gd name="connsiteX22-6279" fmla="*/ 6542445 w 9144000"/>
              <a:gd name="connsiteY22-6280" fmla="*/ 1737498 h 6870074"/>
              <a:gd name="connsiteX23-6281" fmla="*/ 6094701 w 9144000"/>
              <a:gd name="connsiteY23-6282" fmla="*/ 1604868 h 6870074"/>
              <a:gd name="connsiteX24-6283" fmla="*/ 4089666 w 9144000"/>
              <a:gd name="connsiteY24-6284" fmla="*/ 8461 h 6870074"/>
              <a:gd name="connsiteX25-6285" fmla="*/ 3439138 w 9144000"/>
              <a:gd name="connsiteY25-6286" fmla="*/ 669454 h 6870074"/>
              <a:gd name="connsiteX26-6287" fmla="*/ 2763483 w 9144000"/>
              <a:gd name="connsiteY26-6288" fmla="*/ 1336303 h 6870074"/>
              <a:gd name="connsiteX27-6289" fmla="*/ 2677367 w 9144000"/>
              <a:gd name="connsiteY27-6290" fmla="*/ 1342560 h 6870074"/>
              <a:gd name="connsiteX28-6291" fmla="*/ 2599256 w 9144000"/>
              <a:gd name="connsiteY28-6292" fmla="*/ 1497695 h 6870074"/>
              <a:gd name="connsiteX29-6293" fmla="*/ 2448007 w 9144000"/>
              <a:gd name="connsiteY29-6294" fmla="*/ 1648301 h 6870074"/>
              <a:gd name="connsiteX30-6295" fmla="*/ 2377956 w 9144000"/>
              <a:gd name="connsiteY30-6296" fmla="*/ 1587018 h 6870074"/>
              <a:gd name="connsiteX31-6297" fmla="*/ 2449120 w 9144000"/>
              <a:gd name="connsiteY31-6298" fmla="*/ 1342775 h 6870074"/>
              <a:gd name="connsiteX32-6299" fmla="*/ 2244287 w 9144000"/>
              <a:gd name="connsiteY32-6300" fmla="*/ 1335243 h 6870074"/>
              <a:gd name="connsiteX0-6301" fmla="*/ 0 w 9144000"/>
              <a:gd name="connsiteY0-6302" fmla="*/ 0 h 6870074"/>
              <a:gd name="connsiteX1-6303" fmla="*/ 9144000 w 9144000"/>
              <a:gd name="connsiteY1-6304" fmla="*/ 0 h 6870074"/>
              <a:gd name="connsiteX2-6305" fmla="*/ 9144000 w 9144000"/>
              <a:gd name="connsiteY2-6306" fmla="*/ 6867525 h 6870074"/>
              <a:gd name="connsiteX3-6307" fmla="*/ 0 w 9144000"/>
              <a:gd name="connsiteY3-6308" fmla="*/ 6867525 h 6870074"/>
              <a:gd name="connsiteX4-6309" fmla="*/ 0 w 9144000"/>
              <a:gd name="connsiteY4-6310" fmla="*/ 0 h 6870074"/>
              <a:gd name="connsiteX5-6311" fmla="*/ 2244287 w 9144000"/>
              <a:gd name="connsiteY5-6312" fmla="*/ 1335243 h 6870074"/>
              <a:gd name="connsiteX6-6313" fmla="*/ 2094804 w 9144000"/>
              <a:gd name="connsiteY6-6314" fmla="*/ 1714255 h 6870074"/>
              <a:gd name="connsiteX7-6315" fmla="*/ 2179012 w 9144000"/>
              <a:gd name="connsiteY7-6316" fmla="*/ 1913069 h 6870074"/>
              <a:gd name="connsiteX8-6317" fmla="*/ 353912 w 9144000"/>
              <a:gd name="connsiteY8-6318" fmla="*/ 3750823 h 6870074"/>
              <a:gd name="connsiteX9-6319" fmla="*/ 3461398 w 9144000"/>
              <a:gd name="connsiteY9-6320" fmla="*/ 6868730 h 6870074"/>
              <a:gd name="connsiteX10-6321" fmla="*/ 5804956 w 9144000"/>
              <a:gd name="connsiteY10-6322" fmla="*/ 6870074 h 6870074"/>
              <a:gd name="connsiteX11-6323" fmla="*/ 7011705 w 9144000"/>
              <a:gd name="connsiteY11-6324" fmla="*/ 5679300 h 6870074"/>
              <a:gd name="connsiteX12-6325" fmla="*/ 5708012 w 9144000"/>
              <a:gd name="connsiteY12-6326" fmla="*/ 5621090 h 6870074"/>
              <a:gd name="connsiteX13-6327" fmla="*/ 5906189 w 9144000"/>
              <a:gd name="connsiteY13-6328" fmla="*/ 5624568 h 6870074"/>
              <a:gd name="connsiteX14-6329" fmla="*/ 6059169 w 9144000"/>
              <a:gd name="connsiteY14-6330" fmla="*/ 5269934 h 6870074"/>
              <a:gd name="connsiteX15-6331" fmla="*/ 6128705 w 9144000"/>
              <a:gd name="connsiteY15-6332" fmla="*/ 5273411 h 6870074"/>
              <a:gd name="connsiteX16-6333" fmla="*/ 6208670 w 9144000"/>
              <a:gd name="connsiteY16-6334" fmla="*/ 5370760 h 6870074"/>
              <a:gd name="connsiteX17-6335" fmla="*/ 6135658 w 9144000"/>
              <a:gd name="connsiteY17-6336" fmla="*/ 5621091 h 6870074"/>
              <a:gd name="connsiteX18-6337" fmla="*/ 6340790 w 9144000"/>
              <a:gd name="connsiteY18-6338" fmla="*/ 5621091 h 6870074"/>
              <a:gd name="connsiteX19-6339" fmla="*/ 6497246 w 9144000"/>
              <a:gd name="connsiteY19-6340" fmla="*/ 5176060 h 6870074"/>
              <a:gd name="connsiteX20-6341" fmla="*/ 6636466 w 9144000"/>
              <a:gd name="connsiteY20-6342" fmla="*/ 4873617 h 6870074"/>
              <a:gd name="connsiteX21-6343" fmla="*/ 6636319 w 9144000"/>
              <a:gd name="connsiteY21-6344" fmla="*/ 2106040 h 6870074"/>
              <a:gd name="connsiteX22-6345" fmla="*/ 6542445 w 9144000"/>
              <a:gd name="connsiteY22-6346" fmla="*/ 1737498 h 6870074"/>
              <a:gd name="connsiteX23-6347" fmla="*/ 6094701 w 9144000"/>
              <a:gd name="connsiteY23-6348" fmla="*/ 1604868 h 6870074"/>
              <a:gd name="connsiteX24-6349" fmla="*/ 4089666 w 9144000"/>
              <a:gd name="connsiteY24-6350" fmla="*/ 8461 h 6870074"/>
              <a:gd name="connsiteX25-6351" fmla="*/ 3439138 w 9144000"/>
              <a:gd name="connsiteY25-6352" fmla="*/ 669454 h 6870074"/>
              <a:gd name="connsiteX26-6353" fmla="*/ 2763483 w 9144000"/>
              <a:gd name="connsiteY26-6354" fmla="*/ 1336303 h 6870074"/>
              <a:gd name="connsiteX27-6355" fmla="*/ 2677367 w 9144000"/>
              <a:gd name="connsiteY27-6356" fmla="*/ 1342560 h 6870074"/>
              <a:gd name="connsiteX28-6357" fmla="*/ 2599256 w 9144000"/>
              <a:gd name="connsiteY28-6358" fmla="*/ 1497695 h 6870074"/>
              <a:gd name="connsiteX29-6359" fmla="*/ 2448007 w 9144000"/>
              <a:gd name="connsiteY29-6360" fmla="*/ 1648301 h 6870074"/>
              <a:gd name="connsiteX30-6361" fmla="*/ 2377956 w 9144000"/>
              <a:gd name="connsiteY30-6362" fmla="*/ 1587018 h 6870074"/>
              <a:gd name="connsiteX31-6363" fmla="*/ 2449120 w 9144000"/>
              <a:gd name="connsiteY31-6364" fmla="*/ 1342775 h 6870074"/>
              <a:gd name="connsiteX32-6365" fmla="*/ 2244287 w 9144000"/>
              <a:gd name="connsiteY32-6366" fmla="*/ 1335243 h 6870074"/>
              <a:gd name="connsiteX0-6367" fmla="*/ 0 w 9144000"/>
              <a:gd name="connsiteY0-6368" fmla="*/ 0 h 6870074"/>
              <a:gd name="connsiteX1-6369" fmla="*/ 9144000 w 9144000"/>
              <a:gd name="connsiteY1-6370" fmla="*/ 0 h 6870074"/>
              <a:gd name="connsiteX2-6371" fmla="*/ 9144000 w 9144000"/>
              <a:gd name="connsiteY2-6372" fmla="*/ 6867525 h 6870074"/>
              <a:gd name="connsiteX3-6373" fmla="*/ 0 w 9144000"/>
              <a:gd name="connsiteY3-6374" fmla="*/ 6867525 h 6870074"/>
              <a:gd name="connsiteX4-6375" fmla="*/ 0 w 9144000"/>
              <a:gd name="connsiteY4-6376" fmla="*/ 0 h 6870074"/>
              <a:gd name="connsiteX5-6377" fmla="*/ 2244287 w 9144000"/>
              <a:gd name="connsiteY5-6378" fmla="*/ 1335243 h 6870074"/>
              <a:gd name="connsiteX6-6379" fmla="*/ 2094804 w 9144000"/>
              <a:gd name="connsiteY6-6380" fmla="*/ 1714255 h 6870074"/>
              <a:gd name="connsiteX7-6381" fmla="*/ 2179012 w 9144000"/>
              <a:gd name="connsiteY7-6382" fmla="*/ 1913069 h 6870074"/>
              <a:gd name="connsiteX8-6383" fmla="*/ 353912 w 9144000"/>
              <a:gd name="connsiteY8-6384" fmla="*/ 3750823 h 6870074"/>
              <a:gd name="connsiteX9-6385" fmla="*/ 3461398 w 9144000"/>
              <a:gd name="connsiteY9-6386" fmla="*/ 6868730 h 6870074"/>
              <a:gd name="connsiteX10-6387" fmla="*/ 5804956 w 9144000"/>
              <a:gd name="connsiteY10-6388" fmla="*/ 6870074 h 6870074"/>
              <a:gd name="connsiteX11-6389" fmla="*/ 7011705 w 9144000"/>
              <a:gd name="connsiteY11-6390" fmla="*/ 5679300 h 6870074"/>
              <a:gd name="connsiteX12-6391" fmla="*/ 5708012 w 9144000"/>
              <a:gd name="connsiteY12-6392" fmla="*/ 5621090 h 6870074"/>
              <a:gd name="connsiteX13-6393" fmla="*/ 5906189 w 9144000"/>
              <a:gd name="connsiteY13-6394" fmla="*/ 5624568 h 6870074"/>
              <a:gd name="connsiteX14-6395" fmla="*/ 6059169 w 9144000"/>
              <a:gd name="connsiteY14-6396" fmla="*/ 5269934 h 6870074"/>
              <a:gd name="connsiteX15-6397" fmla="*/ 6128705 w 9144000"/>
              <a:gd name="connsiteY15-6398" fmla="*/ 5273411 h 6870074"/>
              <a:gd name="connsiteX16-6399" fmla="*/ 6208670 w 9144000"/>
              <a:gd name="connsiteY16-6400" fmla="*/ 5370760 h 6870074"/>
              <a:gd name="connsiteX17-6401" fmla="*/ 6135658 w 9144000"/>
              <a:gd name="connsiteY17-6402" fmla="*/ 5621091 h 6870074"/>
              <a:gd name="connsiteX18-6403" fmla="*/ 6340790 w 9144000"/>
              <a:gd name="connsiteY18-6404" fmla="*/ 5621091 h 6870074"/>
              <a:gd name="connsiteX19-6405" fmla="*/ 6497246 w 9144000"/>
              <a:gd name="connsiteY19-6406" fmla="*/ 5176060 h 6870074"/>
              <a:gd name="connsiteX20-6407" fmla="*/ 6636466 w 9144000"/>
              <a:gd name="connsiteY20-6408" fmla="*/ 4873617 h 6870074"/>
              <a:gd name="connsiteX21-6409" fmla="*/ 6636319 w 9144000"/>
              <a:gd name="connsiteY21-6410" fmla="*/ 2106040 h 6870074"/>
              <a:gd name="connsiteX22-6411" fmla="*/ 6542445 w 9144000"/>
              <a:gd name="connsiteY22-6412" fmla="*/ 1737498 h 6870074"/>
              <a:gd name="connsiteX23-6413" fmla="*/ 6094701 w 9144000"/>
              <a:gd name="connsiteY23-6414" fmla="*/ 1604868 h 6870074"/>
              <a:gd name="connsiteX24-6415" fmla="*/ 4089666 w 9144000"/>
              <a:gd name="connsiteY24-6416" fmla="*/ 8461 h 6870074"/>
              <a:gd name="connsiteX25-6417" fmla="*/ 3439138 w 9144000"/>
              <a:gd name="connsiteY25-6418" fmla="*/ 669454 h 6870074"/>
              <a:gd name="connsiteX26-6419" fmla="*/ 2763483 w 9144000"/>
              <a:gd name="connsiteY26-6420" fmla="*/ 1336303 h 6870074"/>
              <a:gd name="connsiteX27-6421" fmla="*/ 2677367 w 9144000"/>
              <a:gd name="connsiteY27-6422" fmla="*/ 1342560 h 6870074"/>
              <a:gd name="connsiteX28-6423" fmla="*/ 2599256 w 9144000"/>
              <a:gd name="connsiteY28-6424" fmla="*/ 1497695 h 6870074"/>
              <a:gd name="connsiteX29-6425" fmla="*/ 2448007 w 9144000"/>
              <a:gd name="connsiteY29-6426" fmla="*/ 1648301 h 6870074"/>
              <a:gd name="connsiteX30-6427" fmla="*/ 2377956 w 9144000"/>
              <a:gd name="connsiteY30-6428" fmla="*/ 1587018 h 6870074"/>
              <a:gd name="connsiteX31-6429" fmla="*/ 2449120 w 9144000"/>
              <a:gd name="connsiteY31-6430" fmla="*/ 1342775 h 6870074"/>
              <a:gd name="connsiteX32-6431" fmla="*/ 2244287 w 9144000"/>
              <a:gd name="connsiteY32-6432" fmla="*/ 1335243 h 6870074"/>
              <a:gd name="connsiteX0-6433" fmla="*/ 0 w 9144000"/>
              <a:gd name="connsiteY0-6434" fmla="*/ 0 h 6870074"/>
              <a:gd name="connsiteX1-6435" fmla="*/ 9144000 w 9144000"/>
              <a:gd name="connsiteY1-6436" fmla="*/ 0 h 6870074"/>
              <a:gd name="connsiteX2-6437" fmla="*/ 9144000 w 9144000"/>
              <a:gd name="connsiteY2-6438" fmla="*/ 6867525 h 6870074"/>
              <a:gd name="connsiteX3-6439" fmla="*/ 0 w 9144000"/>
              <a:gd name="connsiteY3-6440" fmla="*/ 6867525 h 6870074"/>
              <a:gd name="connsiteX4-6441" fmla="*/ 0 w 9144000"/>
              <a:gd name="connsiteY4-6442" fmla="*/ 0 h 6870074"/>
              <a:gd name="connsiteX5-6443" fmla="*/ 2244287 w 9144000"/>
              <a:gd name="connsiteY5-6444" fmla="*/ 1335243 h 6870074"/>
              <a:gd name="connsiteX6-6445" fmla="*/ 2094804 w 9144000"/>
              <a:gd name="connsiteY6-6446" fmla="*/ 1714255 h 6870074"/>
              <a:gd name="connsiteX7-6447" fmla="*/ 2179012 w 9144000"/>
              <a:gd name="connsiteY7-6448" fmla="*/ 1913069 h 6870074"/>
              <a:gd name="connsiteX8-6449" fmla="*/ 353912 w 9144000"/>
              <a:gd name="connsiteY8-6450" fmla="*/ 3750823 h 6870074"/>
              <a:gd name="connsiteX9-6451" fmla="*/ 3461398 w 9144000"/>
              <a:gd name="connsiteY9-6452" fmla="*/ 6868730 h 6870074"/>
              <a:gd name="connsiteX10-6453" fmla="*/ 5804956 w 9144000"/>
              <a:gd name="connsiteY10-6454" fmla="*/ 6870074 h 6870074"/>
              <a:gd name="connsiteX11-6455" fmla="*/ 7011705 w 9144000"/>
              <a:gd name="connsiteY11-6456" fmla="*/ 5679300 h 6870074"/>
              <a:gd name="connsiteX12-6457" fmla="*/ 5708012 w 9144000"/>
              <a:gd name="connsiteY12-6458" fmla="*/ 5621090 h 6870074"/>
              <a:gd name="connsiteX13-6459" fmla="*/ 5906189 w 9144000"/>
              <a:gd name="connsiteY13-6460" fmla="*/ 5624568 h 6870074"/>
              <a:gd name="connsiteX14-6461" fmla="*/ 6059169 w 9144000"/>
              <a:gd name="connsiteY14-6462" fmla="*/ 5269934 h 6870074"/>
              <a:gd name="connsiteX15-6463" fmla="*/ 6128705 w 9144000"/>
              <a:gd name="connsiteY15-6464" fmla="*/ 5273411 h 6870074"/>
              <a:gd name="connsiteX16-6465" fmla="*/ 6208670 w 9144000"/>
              <a:gd name="connsiteY16-6466" fmla="*/ 5370760 h 6870074"/>
              <a:gd name="connsiteX17-6467" fmla="*/ 6135658 w 9144000"/>
              <a:gd name="connsiteY17-6468" fmla="*/ 5621091 h 6870074"/>
              <a:gd name="connsiteX18-6469" fmla="*/ 6340790 w 9144000"/>
              <a:gd name="connsiteY18-6470" fmla="*/ 5621091 h 6870074"/>
              <a:gd name="connsiteX19-6471" fmla="*/ 6497246 w 9144000"/>
              <a:gd name="connsiteY19-6472" fmla="*/ 5176060 h 6870074"/>
              <a:gd name="connsiteX20-6473" fmla="*/ 6636466 w 9144000"/>
              <a:gd name="connsiteY20-6474" fmla="*/ 4873617 h 6870074"/>
              <a:gd name="connsiteX21-6475" fmla="*/ 6636319 w 9144000"/>
              <a:gd name="connsiteY21-6476" fmla="*/ 2106040 h 6870074"/>
              <a:gd name="connsiteX22-6477" fmla="*/ 6542445 w 9144000"/>
              <a:gd name="connsiteY22-6478" fmla="*/ 1737498 h 6870074"/>
              <a:gd name="connsiteX23-6479" fmla="*/ 6094701 w 9144000"/>
              <a:gd name="connsiteY23-6480" fmla="*/ 1604868 h 6870074"/>
              <a:gd name="connsiteX24-6481" fmla="*/ 4089666 w 9144000"/>
              <a:gd name="connsiteY24-6482" fmla="*/ 8461 h 6870074"/>
              <a:gd name="connsiteX25-6483" fmla="*/ 3439138 w 9144000"/>
              <a:gd name="connsiteY25-6484" fmla="*/ 669454 h 6870074"/>
              <a:gd name="connsiteX26-6485" fmla="*/ 2763483 w 9144000"/>
              <a:gd name="connsiteY26-6486" fmla="*/ 1336303 h 6870074"/>
              <a:gd name="connsiteX27-6487" fmla="*/ 2677367 w 9144000"/>
              <a:gd name="connsiteY27-6488" fmla="*/ 1342560 h 6870074"/>
              <a:gd name="connsiteX28-6489" fmla="*/ 2599256 w 9144000"/>
              <a:gd name="connsiteY28-6490" fmla="*/ 1497695 h 6870074"/>
              <a:gd name="connsiteX29-6491" fmla="*/ 2448007 w 9144000"/>
              <a:gd name="connsiteY29-6492" fmla="*/ 1648301 h 6870074"/>
              <a:gd name="connsiteX30-6493" fmla="*/ 2377956 w 9144000"/>
              <a:gd name="connsiteY30-6494" fmla="*/ 1587018 h 6870074"/>
              <a:gd name="connsiteX31-6495" fmla="*/ 2449120 w 9144000"/>
              <a:gd name="connsiteY31-6496" fmla="*/ 1342775 h 6870074"/>
              <a:gd name="connsiteX32-6497" fmla="*/ 2244287 w 9144000"/>
              <a:gd name="connsiteY32-6498" fmla="*/ 1335243 h 6870074"/>
              <a:gd name="connsiteX0-6499" fmla="*/ 0 w 9144000"/>
              <a:gd name="connsiteY0-6500" fmla="*/ 0 h 6870074"/>
              <a:gd name="connsiteX1-6501" fmla="*/ 9144000 w 9144000"/>
              <a:gd name="connsiteY1-6502" fmla="*/ 0 h 6870074"/>
              <a:gd name="connsiteX2-6503" fmla="*/ 9144000 w 9144000"/>
              <a:gd name="connsiteY2-6504" fmla="*/ 6867525 h 6870074"/>
              <a:gd name="connsiteX3-6505" fmla="*/ 0 w 9144000"/>
              <a:gd name="connsiteY3-6506" fmla="*/ 6867525 h 6870074"/>
              <a:gd name="connsiteX4-6507" fmla="*/ 0 w 9144000"/>
              <a:gd name="connsiteY4-6508" fmla="*/ 0 h 6870074"/>
              <a:gd name="connsiteX5-6509" fmla="*/ 2244287 w 9144000"/>
              <a:gd name="connsiteY5-6510" fmla="*/ 1335243 h 6870074"/>
              <a:gd name="connsiteX6-6511" fmla="*/ 2094804 w 9144000"/>
              <a:gd name="connsiteY6-6512" fmla="*/ 1714255 h 6870074"/>
              <a:gd name="connsiteX7-6513" fmla="*/ 2179012 w 9144000"/>
              <a:gd name="connsiteY7-6514" fmla="*/ 1913069 h 6870074"/>
              <a:gd name="connsiteX8-6515" fmla="*/ 353912 w 9144000"/>
              <a:gd name="connsiteY8-6516" fmla="*/ 3750823 h 6870074"/>
              <a:gd name="connsiteX9-6517" fmla="*/ 3461398 w 9144000"/>
              <a:gd name="connsiteY9-6518" fmla="*/ 6868730 h 6870074"/>
              <a:gd name="connsiteX10-6519" fmla="*/ 5804956 w 9144000"/>
              <a:gd name="connsiteY10-6520" fmla="*/ 6870074 h 6870074"/>
              <a:gd name="connsiteX11-6521" fmla="*/ 7011705 w 9144000"/>
              <a:gd name="connsiteY11-6522" fmla="*/ 5679300 h 6870074"/>
              <a:gd name="connsiteX12-6523" fmla="*/ 6981440 w 9144000"/>
              <a:gd name="connsiteY12-6524" fmla="*/ 5806214 h 6870074"/>
              <a:gd name="connsiteX13-6525" fmla="*/ 5906189 w 9144000"/>
              <a:gd name="connsiteY13-6526" fmla="*/ 5624568 h 6870074"/>
              <a:gd name="connsiteX14-6527" fmla="*/ 6059169 w 9144000"/>
              <a:gd name="connsiteY14-6528" fmla="*/ 5269934 h 6870074"/>
              <a:gd name="connsiteX15-6529" fmla="*/ 6128705 w 9144000"/>
              <a:gd name="connsiteY15-6530" fmla="*/ 5273411 h 6870074"/>
              <a:gd name="connsiteX16-6531" fmla="*/ 6208670 w 9144000"/>
              <a:gd name="connsiteY16-6532" fmla="*/ 5370760 h 6870074"/>
              <a:gd name="connsiteX17-6533" fmla="*/ 6135658 w 9144000"/>
              <a:gd name="connsiteY17-6534" fmla="*/ 5621091 h 6870074"/>
              <a:gd name="connsiteX18-6535" fmla="*/ 6340790 w 9144000"/>
              <a:gd name="connsiteY18-6536" fmla="*/ 5621091 h 6870074"/>
              <a:gd name="connsiteX19-6537" fmla="*/ 6497246 w 9144000"/>
              <a:gd name="connsiteY19-6538" fmla="*/ 5176060 h 6870074"/>
              <a:gd name="connsiteX20-6539" fmla="*/ 6636466 w 9144000"/>
              <a:gd name="connsiteY20-6540" fmla="*/ 4873617 h 6870074"/>
              <a:gd name="connsiteX21-6541" fmla="*/ 6636319 w 9144000"/>
              <a:gd name="connsiteY21-6542" fmla="*/ 2106040 h 6870074"/>
              <a:gd name="connsiteX22-6543" fmla="*/ 6542445 w 9144000"/>
              <a:gd name="connsiteY22-6544" fmla="*/ 1737498 h 6870074"/>
              <a:gd name="connsiteX23-6545" fmla="*/ 6094701 w 9144000"/>
              <a:gd name="connsiteY23-6546" fmla="*/ 1604868 h 6870074"/>
              <a:gd name="connsiteX24-6547" fmla="*/ 4089666 w 9144000"/>
              <a:gd name="connsiteY24-6548" fmla="*/ 8461 h 6870074"/>
              <a:gd name="connsiteX25-6549" fmla="*/ 3439138 w 9144000"/>
              <a:gd name="connsiteY25-6550" fmla="*/ 669454 h 6870074"/>
              <a:gd name="connsiteX26-6551" fmla="*/ 2763483 w 9144000"/>
              <a:gd name="connsiteY26-6552" fmla="*/ 1336303 h 6870074"/>
              <a:gd name="connsiteX27-6553" fmla="*/ 2677367 w 9144000"/>
              <a:gd name="connsiteY27-6554" fmla="*/ 1342560 h 6870074"/>
              <a:gd name="connsiteX28-6555" fmla="*/ 2599256 w 9144000"/>
              <a:gd name="connsiteY28-6556" fmla="*/ 1497695 h 6870074"/>
              <a:gd name="connsiteX29-6557" fmla="*/ 2448007 w 9144000"/>
              <a:gd name="connsiteY29-6558" fmla="*/ 1648301 h 6870074"/>
              <a:gd name="connsiteX30-6559" fmla="*/ 2377956 w 9144000"/>
              <a:gd name="connsiteY30-6560" fmla="*/ 1587018 h 6870074"/>
              <a:gd name="connsiteX31-6561" fmla="*/ 2449120 w 9144000"/>
              <a:gd name="connsiteY31-6562" fmla="*/ 1342775 h 6870074"/>
              <a:gd name="connsiteX32-6563" fmla="*/ 2244287 w 9144000"/>
              <a:gd name="connsiteY32-6564" fmla="*/ 1335243 h 6870074"/>
              <a:gd name="connsiteX0-6565" fmla="*/ 0 w 9144000"/>
              <a:gd name="connsiteY0-6566" fmla="*/ 0 h 6870074"/>
              <a:gd name="connsiteX1-6567" fmla="*/ 9144000 w 9144000"/>
              <a:gd name="connsiteY1-6568" fmla="*/ 0 h 6870074"/>
              <a:gd name="connsiteX2-6569" fmla="*/ 9144000 w 9144000"/>
              <a:gd name="connsiteY2-6570" fmla="*/ 6867525 h 6870074"/>
              <a:gd name="connsiteX3-6571" fmla="*/ 0 w 9144000"/>
              <a:gd name="connsiteY3-6572" fmla="*/ 6867525 h 6870074"/>
              <a:gd name="connsiteX4-6573" fmla="*/ 0 w 9144000"/>
              <a:gd name="connsiteY4-6574" fmla="*/ 0 h 6870074"/>
              <a:gd name="connsiteX5-6575" fmla="*/ 2244287 w 9144000"/>
              <a:gd name="connsiteY5-6576" fmla="*/ 1335243 h 6870074"/>
              <a:gd name="connsiteX6-6577" fmla="*/ 2094804 w 9144000"/>
              <a:gd name="connsiteY6-6578" fmla="*/ 1714255 h 6870074"/>
              <a:gd name="connsiteX7-6579" fmla="*/ 2179012 w 9144000"/>
              <a:gd name="connsiteY7-6580" fmla="*/ 1913069 h 6870074"/>
              <a:gd name="connsiteX8-6581" fmla="*/ 353912 w 9144000"/>
              <a:gd name="connsiteY8-6582" fmla="*/ 3750823 h 6870074"/>
              <a:gd name="connsiteX9-6583" fmla="*/ 3461398 w 9144000"/>
              <a:gd name="connsiteY9-6584" fmla="*/ 6868730 h 6870074"/>
              <a:gd name="connsiteX10-6585" fmla="*/ 5804956 w 9144000"/>
              <a:gd name="connsiteY10-6586" fmla="*/ 6870074 h 6870074"/>
              <a:gd name="connsiteX11-6587" fmla="*/ 7011705 w 9144000"/>
              <a:gd name="connsiteY11-6588" fmla="*/ 5679300 h 6870074"/>
              <a:gd name="connsiteX12-6589" fmla="*/ 6981440 w 9144000"/>
              <a:gd name="connsiteY12-6590" fmla="*/ 5806214 h 6870074"/>
              <a:gd name="connsiteX13-6591" fmla="*/ 5906189 w 9144000"/>
              <a:gd name="connsiteY13-6592" fmla="*/ 5624568 h 6870074"/>
              <a:gd name="connsiteX14-6593" fmla="*/ 6059169 w 9144000"/>
              <a:gd name="connsiteY14-6594" fmla="*/ 5269934 h 6870074"/>
              <a:gd name="connsiteX15-6595" fmla="*/ 6128705 w 9144000"/>
              <a:gd name="connsiteY15-6596" fmla="*/ 5273411 h 6870074"/>
              <a:gd name="connsiteX16-6597" fmla="*/ 6208670 w 9144000"/>
              <a:gd name="connsiteY16-6598" fmla="*/ 5370760 h 6870074"/>
              <a:gd name="connsiteX17-6599" fmla="*/ 6135658 w 9144000"/>
              <a:gd name="connsiteY17-6600" fmla="*/ 5621091 h 6870074"/>
              <a:gd name="connsiteX18-6601" fmla="*/ 6340790 w 9144000"/>
              <a:gd name="connsiteY18-6602" fmla="*/ 5621091 h 6870074"/>
              <a:gd name="connsiteX19-6603" fmla="*/ 6497246 w 9144000"/>
              <a:gd name="connsiteY19-6604" fmla="*/ 5176060 h 6870074"/>
              <a:gd name="connsiteX20-6605" fmla="*/ 6636466 w 9144000"/>
              <a:gd name="connsiteY20-6606" fmla="*/ 4873617 h 6870074"/>
              <a:gd name="connsiteX21-6607" fmla="*/ 6636319 w 9144000"/>
              <a:gd name="connsiteY21-6608" fmla="*/ 2106040 h 6870074"/>
              <a:gd name="connsiteX22-6609" fmla="*/ 6542445 w 9144000"/>
              <a:gd name="connsiteY22-6610" fmla="*/ 1737498 h 6870074"/>
              <a:gd name="connsiteX23-6611" fmla="*/ 6094701 w 9144000"/>
              <a:gd name="connsiteY23-6612" fmla="*/ 1604868 h 6870074"/>
              <a:gd name="connsiteX24-6613" fmla="*/ 4089666 w 9144000"/>
              <a:gd name="connsiteY24-6614" fmla="*/ 8461 h 6870074"/>
              <a:gd name="connsiteX25-6615" fmla="*/ 3439138 w 9144000"/>
              <a:gd name="connsiteY25-6616" fmla="*/ 669454 h 6870074"/>
              <a:gd name="connsiteX26-6617" fmla="*/ 2763483 w 9144000"/>
              <a:gd name="connsiteY26-6618" fmla="*/ 1336303 h 6870074"/>
              <a:gd name="connsiteX27-6619" fmla="*/ 2677367 w 9144000"/>
              <a:gd name="connsiteY27-6620" fmla="*/ 1342560 h 6870074"/>
              <a:gd name="connsiteX28-6621" fmla="*/ 2599256 w 9144000"/>
              <a:gd name="connsiteY28-6622" fmla="*/ 1497695 h 6870074"/>
              <a:gd name="connsiteX29-6623" fmla="*/ 2448007 w 9144000"/>
              <a:gd name="connsiteY29-6624" fmla="*/ 1648301 h 6870074"/>
              <a:gd name="connsiteX30-6625" fmla="*/ 2377956 w 9144000"/>
              <a:gd name="connsiteY30-6626" fmla="*/ 1587018 h 6870074"/>
              <a:gd name="connsiteX31-6627" fmla="*/ 2449120 w 9144000"/>
              <a:gd name="connsiteY31-6628" fmla="*/ 1342775 h 6870074"/>
              <a:gd name="connsiteX32-6629" fmla="*/ 2244287 w 9144000"/>
              <a:gd name="connsiteY32-6630" fmla="*/ 1335243 h 6870074"/>
              <a:gd name="connsiteX0-6631" fmla="*/ 0 w 9144000"/>
              <a:gd name="connsiteY0-6632" fmla="*/ 0 h 6870074"/>
              <a:gd name="connsiteX1-6633" fmla="*/ 9144000 w 9144000"/>
              <a:gd name="connsiteY1-6634" fmla="*/ 0 h 6870074"/>
              <a:gd name="connsiteX2-6635" fmla="*/ 9144000 w 9144000"/>
              <a:gd name="connsiteY2-6636" fmla="*/ 6867525 h 6870074"/>
              <a:gd name="connsiteX3-6637" fmla="*/ 0 w 9144000"/>
              <a:gd name="connsiteY3-6638" fmla="*/ 6867525 h 6870074"/>
              <a:gd name="connsiteX4-6639" fmla="*/ 0 w 9144000"/>
              <a:gd name="connsiteY4-6640" fmla="*/ 0 h 6870074"/>
              <a:gd name="connsiteX5-6641" fmla="*/ 2244287 w 9144000"/>
              <a:gd name="connsiteY5-6642" fmla="*/ 1335243 h 6870074"/>
              <a:gd name="connsiteX6-6643" fmla="*/ 2094804 w 9144000"/>
              <a:gd name="connsiteY6-6644" fmla="*/ 1714255 h 6870074"/>
              <a:gd name="connsiteX7-6645" fmla="*/ 2179012 w 9144000"/>
              <a:gd name="connsiteY7-6646" fmla="*/ 1913069 h 6870074"/>
              <a:gd name="connsiteX8-6647" fmla="*/ 353912 w 9144000"/>
              <a:gd name="connsiteY8-6648" fmla="*/ 3750823 h 6870074"/>
              <a:gd name="connsiteX9-6649" fmla="*/ 3461398 w 9144000"/>
              <a:gd name="connsiteY9-6650" fmla="*/ 6868730 h 6870074"/>
              <a:gd name="connsiteX10-6651" fmla="*/ 5804956 w 9144000"/>
              <a:gd name="connsiteY10-6652" fmla="*/ 6870074 h 6870074"/>
              <a:gd name="connsiteX11-6653" fmla="*/ 7011705 w 9144000"/>
              <a:gd name="connsiteY11-6654" fmla="*/ 5679300 h 6870074"/>
              <a:gd name="connsiteX12-6655" fmla="*/ 6981440 w 9144000"/>
              <a:gd name="connsiteY12-6656" fmla="*/ 5806214 h 6870074"/>
              <a:gd name="connsiteX13-6657" fmla="*/ 5906189 w 9144000"/>
              <a:gd name="connsiteY13-6658" fmla="*/ 5624568 h 6870074"/>
              <a:gd name="connsiteX14-6659" fmla="*/ 6059169 w 9144000"/>
              <a:gd name="connsiteY14-6660" fmla="*/ 5269934 h 6870074"/>
              <a:gd name="connsiteX15-6661" fmla="*/ 6128705 w 9144000"/>
              <a:gd name="connsiteY15-6662" fmla="*/ 5273411 h 6870074"/>
              <a:gd name="connsiteX16-6663" fmla="*/ 6208670 w 9144000"/>
              <a:gd name="connsiteY16-6664" fmla="*/ 5370760 h 6870074"/>
              <a:gd name="connsiteX17-6665" fmla="*/ 6135658 w 9144000"/>
              <a:gd name="connsiteY17-6666" fmla="*/ 5621091 h 6870074"/>
              <a:gd name="connsiteX18-6667" fmla="*/ 6340790 w 9144000"/>
              <a:gd name="connsiteY18-6668" fmla="*/ 5621091 h 6870074"/>
              <a:gd name="connsiteX19-6669" fmla="*/ 6497246 w 9144000"/>
              <a:gd name="connsiteY19-6670" fmla="*/ 5176060 h 6870074"/>
              <a:gd name="connsiteX20-6671" fmla="*/ 6636466 w 9144000"/>
              <a:gd name="connsiteY20-6672" fmla="*/ 4873617 h 6870074"/>
              <a:gd name="connsiteX21-6673" fmla="*/ 6636319 w 9144000"/>
              <a:gd name="connsiteY21-6674" fmla="*/ 2106040 h 6870074"/>
              <a:gd name="connsiteX22-6675" fmla="*/ 6542445 w 9144000"/>
              <a:gd name="connsiteY22-6676" fmla="*/ 1737498 h 6870074"/>
              <a:gd name="connsiteX23-6677" fmla="*/ 6094701 w 9144000"/>
              <a:gd name="connsiteY23-6678" fmla="*/ 1604868 h 6870074"/>
              <a:gd name="connsiteX24-6679" fmla="*/ 4089666 w 9144000"/>
              <a:gd name="connsiteY24-6680" fmla="*/ 8461 h 6870074"/>
              <a:gd name="connsiteX25-6681" fmla="*/ 3439138 w 9144000"/>
              <a:gd name="connsiteY25-6682" fmla="*/ 669454 h 6870074"/>
              <a:gd name="connsiteX26-6683" fmla="*/ 2763483 w 9144000"/>
              <a:gd name="connsiteY26-6684" fmla="*/ 1336303 h 6870074"/>
              <a:gd name="connsiteX27-6685" fmla="*/ 2677367 w 9144000"/>
              <a:gd name="connsiteY27-6686" fmla="*/ 1342560 h 6870074"/>
              <a:gd name="connsiteX28-6687" fmla="*/ 2599256 w 9144000"/>
              <a:gd name="connsiteY28-6688" fmla="*/ 1497695 h 6870074"/>
              <a:gd name="connsiteX29-6689" fmla="*/ 2448007 w 9144000"/>
              <a:gd name="connsiteY29-6690" fmla="*/ 1648301 h 6870074"/>
              <a:gd name="connsiteX30-6691" fmla="*/ 2377956 w 9144000"/>
              <a:gd name="connsiteY30-6692" fmla="*/ 1587018 h 6870074"/>
              <a:gd name="connsiteX31-6693" fmla="*/ 2449120 w 9144000"/>
              <a:gd name="connsiteY31-6694" fmla="*/ 1342775 h 6870074"/>
              <a:gd name="connsiteX32-6695" fmla="*/ 2244287 w 9144000"/>
              <a:gd name="connsiteY32-6696" fmla="*/ 1335243 h 6870074"/>
              <a:gd name="connsiteX0-6697" fmla="*/ 0 w 9144000"/>
              <a:gd name="connsiteY0-6698" fmla="*/ 0 h 6870074"/>
              <a:gd name="connsiteX1-6699" fmla="*/ 9144000 w 9144000"/>
              <a:gd name="connsiteY1-6700" fmla="*/ 0 h 6870074"/>
              <a:gd name="connsiteX2-6701" fmla="*/ 9144000 w 9144000"/>
              <a:gd name="connsiteY2-6702" fmla="*/ 6867525 h 6870074"/>
              <a:gd name="connsiteX3-6703" fmla="*/ 0 w 9144000"/>
              <a:gd name="connsiteY3-6704" fmla="*/ 6867525 h 6870074"/>
              <a:gd name="connsiteX4-6705" fmla="*/ 0 w 9144000"/>
              <a:gd name="connsiteY4-6706" fmla="*/ 0 h 6870074"/>
              <a:gd name="connsiteX5-6707" fmla="*/ 2244287 w 9144000"/>
              <a:gd name="connsiteY5-6708" fmla="*/ 1335243 h 6870074"/>
              <a:gd name="connsiteX6-6709" fmla="*/ 2094804 w 9144000"/>
              <a:gd name="connsiteY6-6710" fmla="*/ 1714255 h 6870074"/>
              <a:gd name="connsiteX7-6711" fmla="*/ 2179012 w 9144000"/>
              <a:gd name="connsiteY7-6712" fmla="*/ 1913069 h 6870074"/>
              <a:gd name="connsiteX8-6713" fmla="*/ 353912 w 9144000"/>
              <a:gd name="connsiteY8-6714" fmla="*/ 3750823 h 6870074"/>
              <a:gd name="connsiteX9-6715" fmla="*/ 3461398 w 9144000"/>
              <a:gd name="connsiteY9-6716" fmla="*/ 6868730 h 6870074"/>
              <a:gd name="connsiteX10-6717" fmla="*/ 5804956 w 9144000"/>
              <a:gd name="connsiteY10-6718" fmla="*/ 6870074 h 6870074"/>
              <a:gd name="connsiteX11-6719" fmla="*/ 7011705 w 9144000"/>
              <a:gd name="connsiteY11-6720" fmla="*/ 5679300 h 6870074"/>
              <a:gd name="connsiteX12-6721" fmla="*/ 6981440 w 9144000"/>
              <a:gd name="connsiteY12-6722" fmla="*/ 5806214 h 6870074"/>
              <a:gd name="connsiteX13-6723" fmla="*/ 5906189 w 9144000"/>
              <a:gd name="connsiteY13-6724" fmla="*/ 5624568 h 6870074"/>
              <a:gd name="connsiteX14-6725" fmla="*/ 6059169 w 9144000"/>
              <a:gd name="connsiteY14-6726" fmla="*/ 5269934 h 6870074"/>
              <a:gd name="connsiteX15-6727" fmla="*/ 6128705 w 9144000"/>
              <a:gd name="connsiteY15-6728" fmla="*/ 5273411 h 6870074"/>
              <a:gd name="connsiteX16-6729" fmla="*/ 6208670 w 9144000"/>
              <a:gd name="connsiteY16-6730" fmla="*/ 5370760 h 6870074"/>
              <a:gd name="connsiteX17-6731" fmla="*/ 6135658 w 9144000"/>
              <a:gd name="connsiteY17-6732" fmla="*/ 5621091 h 6870074"/>
              <a:gd name="connsiteX18-6733" fmla="*/ 6340790 w 9144000"/>
              <a:gd name="connsiteY18-6734" fmla="*/ 5621091 h 6870074"/>
              <a:gd name="connsiteX19-6735" fmla="*/ 6497246 w 9144000"/>
              <a:gd name="connsiteY19-6736" fmla="*/ 5176060 h 6870074"/>
              <a:gd name="connsiteX20-6737" fmla="*/ 6636466 w 9144000"/>
              <a:gd name="connsiteY20-6738" fmla="*/ 4873617 h 6870074"/>
              <a:gd name="connsiteX21-6739" fmla="*/ 6636319 w 9144000"/>
              <a:gd name="connsiteY21-6740" fmla="*/ 2106040 h 6870074"/>
              <a:gd name="connsiteX22-6741" fmla="*/ 6542445 w 9144000"/>
              <a:gd name="connsiteY22-6742" fmla="*/ 1737498 h 6870074"/>
              <a:gd name="connsiteX23-6743" fmla="*/ 6094701 w 9144000"/>
              <a:gd name="connsiteY23-6744" fmla="*/ 1604868 h 6870074"/>
              <a:gd name="connsiteX24-6745" fmla="*/ 4089666 w 9144000"/>
              <a:gd name="connsiteY24-6746" fmla="*/ 8461 h 6870074"/>
              <a:gd name="connsiteX25-6747" fmla="*/ 3439138 w 9144000"/>
              <a:gd name="connsiteY25-6748" fmla="*/ 669454 h 6870074"/>
              <a:gd name="connsiteX26-6749" fmla="*/ 2763483 w 9144000"/>
              <a:gd name="connsiteY26-6750" fmla="*/ 1336303 h 6870074"/>
              <a:gd name="connsiteX27-6751" fmla="*/ 2677367 w 9144000"/>
              <a:gd name="connsiteY27-6752" fmla="*/ 1342560 h 6870074"/>
              <a:gd name="connsiteX28-6753" fmla="*/ 2599256 w 9144000"/>
              <a:gd name="connsiteY28-6754" fmla="*/ 1497695 h 6870074"/>
              <a:gd name="connsiteX29-6755" fmla="*/ 2448007 w 9144000"/>
              <a:gd name="connsiteY29-6756" fmla="*/ 1648301 h 6870074"/>
              <a:gd name="connsiteX30-6757" fmla="*/ 2377956 w 9144000"/>
              <a:gd name="connsiteY30-6758" fmla="*/ 1587018 h 6870074"/>
              <a:gd name="connsiteX31-6759" fmla="*/ 2449120 w 9144000"/>
              <a:gd name="connsiteY31-6760" fmla="*/ 1342775 h 6870074"/>
              <a:gd name="connsiteX32-6761" fmla="*/ 2244287 w 9144000"/>
              <a:gd name="connsiteY32-6762" fmla="*/ 1335243 h 6870074"/>
              <a:gd name="connsiteX0-6763" fmla="*/ 0 w 9144000"/>
              <a:gd name="connsiteY0-6764" fmla="*/ 0 h 6870074"/>
              <a:gd name="connsiteX1-6765" fmla="*/ 9144000 w 9144000"/>
              <a:gd name="connsiteY1-6766" fmla="*/ 0 h 6870074"/>
              <a:gd name="connsiteX2-6767" fmla="*/ 9144000 w 9144000"/>
              <a:gd name="connsiteY2-6768" fmla="*/ 6867525 h 6870074"/>
              <a:gd name="connsiteX3-6769" fmla="*/ 0 w 9144000"/>
              <a:gd name="connsiteY3-6770" fmla="*/ 6867525 h 6870074"/>
              <a:gd name="connsiteX4-6771" fmla="*/ 0 w 9144000"/>
              <a:gd name="connsiteY4-6772" fmla="*/ 0 h 6870074"/>
              <a:gd name="connsiteX5-6773" fmla="*/ 2244287 w 9144000"/>
              <a:gd name="connsiteY5-6774" fmla="*/ 1335243 h 6870074"/>
              <a:gd name="connsiteX6-6775" fmla="*/ 2094804 w 9144000"/>
              <a:gd name="connsiteY6-6776" fmla="*/ 1714255 h 6870074"/>
              <a:gd name="connsiteX7-6777" fmla="*/ 2179012 w 9144000"/>
              <a:gd name="connsiteY7-6778" fmla="*/ 1913069 h 6870074"/>
              <a:gd name="connsiteX8-6779" fmla="*/ 353912 w 9144000"/>
              <a:gd name="connsiteY8-6780" fmla="*/ 3750823 h 6870074"/>
              <a:gd name="connsiteX9-6781" fmla="*/ 3461398 w 9144000"/>
              <a:gd name="connsiteY9-6782" fmla="*/ 6868730 h 6870074"/>
              <a:gd name="connsiteX10-6783" fmla="*/ 5804956 w 9144000"/>
              <a:gd name="connsiteY10-6784" fmla="*/ 6870074 h 6870074"/>
              <a:gd name="connsiteX11-6785" fmla="*/ 7011705 w 9144000"/>
              <a:gd name="connsiteY11-6786" fmla="*/ 5679300 h 6870074"/>
              <a:gd name="connsiteX12-6787" fmla="*/ 6981440 w 9144000"/>
              <a:gd name="connsiteY12-6788" fmla="*/ 5806214 h 6870074"/>
              <a:gd name="connsiteX13-6789" fmla="*/ 5906189 w 9144000"/>
              <a:gd name="connsiteY13-6790" fmla="*/ 5624568 h 6870074"/>
              <a:gd name="connsiteX14-6791" fmla="*/ 6059169 w 9144000"/>
              <a:gd name="connsiteY14-6792" fmla="*/ 5269934 h 6870074"/>
              <a:gd name="connsiteX15-6793" fmla="*/ 6128705 w 9144000"/>
              <a:gd name="connsiteY15-6794" fmla="*/ 5273411 h 6870074"/>
              <a:gd name="connsiteX16-6795" fmla="*/ 6208670 w 9144000"/>
              <a:gd name="connsiteY16-6796" fmla="*/ 5370760 h 6870074"/>
              <a:gd name="connsiteX17-6797" fmla="*/ 6135658 w 9144000"/>
              <a:gd name="connsiteY17-6798" fmla="*/ 5621091 h 6870074"/>
              <a:gd name="connsiteX18-6799" fmla="*/ 6340790 w 9144000"/>
              <a:gd name="connsiteY18-6800" fmla="*/ 5621091 h 6870074"/>
              <a:gd name="connsiteX19-6801" fmla="*/ 6497246 w 9144000"/>
              <a:gd name="connsiteY19-6802" fmla="*/ 5176060 h 6870074"/>
              <a:gd name="connsiteX20-6803" fmla="*/ 6636466 w 9144000"/>
              <a:gd name="connsiteY20-6804" fmla="*/ 4873617 h 6870074"/>
              <a:gd name="connsiteX21-6805" fmla="*/ 6636319 w 9144000"/>
              <a:gd name="connsiteY21-6806" fmla="*/ 2106040 h 6870074"/>
              <a:gd name="connsiteX22-6807" fmla="*/ 6542445 w 9144000"/>
              <a:gd name="connsiteY22-6808" fmla="*/ 1737498 h 6870074"/>
              <a:gd name="connsiteX23-6809" fmla="*/ 6094701 w 9144000"/>
              <a:gd name="connsiteY23-6810" fmla="*/ 1604868 h 6870074"/>
              <a:gd name="connsiteX24-6811" fmla="*/ 4089666 w 9144000"/>
              <a:gd name="connsiteY24-6812" fmla="*/ 8461 h 6870074"/>
              <a:gd name="connsiteX25-6813" fmla="*/ 3439138 w 9144000"/>
              <a:gd name="connsiteY25-6814" fmla="*/ 669454 h 6870074"/>
              <a:gd name="connsiteX26-6815" fmla="*/ 2763483 w 9144000"/>
              <a:gd name="connsiteY26-6816" fmla="*/ 1336303 h 6870074"/>
              <a:gd name="connsiteX27-6817" fmla="*/ 2677367 w 9144000"/>
              <a:gd name="connsiteY27-6818" fmla="*/ 1342560 h 6870074"/>
              <a:gd name="connsiteX28-6819" fmla="*/ 2599256 w 9144000"/>
              <a:gd name="connsiteY28-6820" fmla="*/ 1497695 h 6870074"/>
              <a:gd name="connsiteX29-6821" fmla="*/ 2448007 w 9144000"/>
              <a:gd name="connsiteY29-6822" fmla="*/ 1648301 h 6870074"/>
              <a:gd name="connsiteX30-6823" fmla="*/ 2377956 w 9144000"/>
              <a:gd name="connsiteY30-6824" fmla="*/ 1587018 h 6870074"/>
              <a:gd name="connsiteX31-6825" fmla="*/ 2449120 w 9144000"/>
              <a:gd name="connsiteY31-6826" fmla="*/ 1342775 h 6870074"/>
              <a:gd name="connsiteX32-6827" fmla="*/ 2244287 w 9144000"/>
              <a:gd name="connsiteY32-6828" fmla="*/ 1335243 h 6870074"/>
              <a:gd name="connsiteX0-6829" fmla="*/ 0 w 9144000"/>
              <a:gd name="connsiteY0-6830" fmla="*/ 0 h 6870074"/>
              <a:gd name="connsiteX1-6831" fmla="*/ 9144000 w 9144000"/>
              <a:gd name="connsiteY1-6832" fmla="*/ 0 h 6870074"/>
              <a:gd name="connsiteX2-6833" fmla="*/ 9144000 w 9144000"/>
              <a:gd name="connsiteY2-6834" fmla="*/ 6867525 h 6870074"/>
              <a:gd name="connsiteX3-6835" fmla="*/ 0 w 9144000"/>
              <a:gd name="connsiteY3-6836" fmla="*/ 6867525 h 6870074"/>
              <a:gd name="connsiteX4-6837" fmla="*/ 0 w 9144000"/>
              <a:gd name="connsiteY4-6838" fmla="*/ 0 h 6870074"/>
              <a:gd name="connsiteX5-6839" fmla="*/ 2244287 w 9144000"/>
              <a:gd name="connsiteY5-6840" fmla="*/ 1335243 h 6870074"/>
              <a:gd name="connsiteX6-6841" fmla="*/ 2094804 w 9144000"/>
              <a:gd name="connsiteY6-6842" fmla="*/ 1714255 h 6870074"/>
              <a:gd name="connsiteX7-6843" fmla="*/ 2179012 w 9144000"/>
              <a:gd name="connsiteY7-6844" fmla="*/ 1913069 h 6870074"/>
              <a:gd name="connsiteX8-6845" fmla="*/ 353912 w 9144000"/>
              <a:gd name="connsiteY8-6846" fmla="*/ 3750823 h 6870074"/>
              <a:gd name="connsiteX9-6847" fmla="*/ 3461398 w 9144000"/>
              <a:gd name="connsiteY9-6848" fmla="*/ 6868730 h 6870074"/>
              <a:gd name="connsiteX10-6849" fmla="*/ 5804956 w 9144000"/>
              <a:gd name="connsiteY10-6850" fmla="*/ 6870074 h 6870074"/>
              <a:gd name="connsiteX11-6851" fmla="*/ 7011705 w 9144000"/>
              <a:gd name="connsiteY11-6852" fmla="*/ 5679300 h 6870074"/>
              <a:gd name="connsiteX12-6853" fmla="*/ 6981440 w 9144000"/>
              <a:gd name="connsiteY12-6854" fmla="*/ 5806214 h 6870074"/>
              <a:gd name="connsiteX13-6855" fmla="*/ 5906189 w 9144000"/>
              <a:gd name="connsiteY13-6856" fmla="*/ 5624568 h 6870074"/>
              <a:gd name="connsiteX14-6857" fmla="*/ 6059169 w 9144000"/>
              <a:gd name="connsiteY14-6858" fmla="*/ 5269934 h 6870074"/>
              <a:gd name="connsiteX15-6859" fmla="*/ 6128705 w 9144000"/>
              <a:gd name="connsiteY15-6860" fmla="*/ 5273411 h 6870074"/>
              <a:gd name="connsiteX16-6861" fmla="*/ 6208670 w 9144000"/>
              <a:gd name="connsiteY16-6862" fmla="*/ 5370760 h 6870074"/>
              <a:gd name="connsiteX17-6863" fmla="*/ 6135658 w 9144000"/>
              <a:gd name="connsiteY17-6864" fmla="*/ 5621091 h 6870074"/>
              <a:gd name="connsiteX18-6865" fmla="*/ 6340790 w 9144000"/>
              <a:gd name="connsiteY18-6866" fmla="*/ 5621091 h 6870074"/>
              <a:gd name="connsiteX19-6867" fmla="*/ 6497246 w 9144000"/>
              <a:gd name="connsiteY19-6868" fmla="*/ 5176060 h 6870074"/>
              <a:gd name="connsiteX20-6869" fmla="*/ 6636466 w 9144000"/>
              <a:gd name="connsiteY20-6870" fmla="*/ 4873617 h 6870074"/>
              <a:gd name="connsiteX21-6871" fmla="*/ 6636319 w 9144000"/>
              <a:gd name="connsiteY21-6872" fmla="*/ 2106040 h 6870074"/>
              <a:gd name="connsiteX22-6873" fmla="*/ 6542445 w 9144000"/>
              <a:gd name="connsiteY22-6874" fmla="*/ 1737498 h 6870074"/>
              <a:gd name="connsiteX23-6875" fmla="*/ 6094701 w 9144000"/>
              <a:gd name="connsiteY23-6876" fmla="*/ 1604868 h 6870074"/>
              <a:gd name="connsiteX24-6877" fmla="*/ 4089666 w 9144000"/>
              <a:gd name="connsiteY24-6878" fmla="*/ 8461 h 6870074"/>
              <a:gd name="connsiteX25-6879" fmla="*/ 3439138 w 9144000"/>
              <a:gd name="connsiteY25-6880" fmla="*/ 669454 h 6870074"/>
              <a:gd name="connsiteX26-6881" fmla="*/ 2763483 w 9144000"/>
              <a:gd name="connsiteY26-6882" fmla="*/ 1336303 h 6870074"/>
              <a:gd name="connsiteX27-6883" fmla="*/ 2677367 w 9144000"/>
              <a:gd name="connsiteY27-6884" fmla="*/ 1342560 h 6870074"/>
              <a:gd name="connsiteX28-6885" fmla="*/ 2599256 w 9144000"/>
              <a:gd name="connsiteY28-6886" fmla="*/ 1497695 h 6870074"/>
              <a:gd name="connsiteX29-6887" fmla="*/ 2448007 w 9144000"/>
              <a:gd name="connsiteY29-6888" fmla="*/ 1648301 h 6870074"/>
              <a:gd name="connsiteX30-6889" fmla="*/ 2377956 w 9144000"/>
              <a:gd name="connsiteY30-6890" fmla="*/ 1587018 h 6870074"/>
              <a:gd name="connsiteX31-6891" fmla="*/ 2449120 w 9144000"/>
              <a:gd name="connsiteY31-6892" fmla="*/ 1342775 h 6870074"/>
              <a:gd name="connsiteX32-6893" fmla="*/ 2244287 w 9144000"/>
              <a:gd name="connsiteY32-6894" fmla="*/ 1335243 h 6870074"/>
              <a:gd name="connsiteX0-6895" fmla="*/ 0 w 9144000"/>
              <a:gd name="connsiteY0-6896" fmla="*/ 0 h 6870074"/>
              <a:gd name="connsiteX1-6897" fmla="*/ 9144000 w 9144000"/>
              <a:gd name="connsiteY1-6898" fmla="*/ 0 h 6870074"/>
              <a:gd name="connsiteX2-6899" fmla="*/ 9144000 w 9144000"/>
              <a:gd name="connsiteY2-6900" fmla="*/ 6867525 h 6870074"/>
              <a:gd name="connsiteX3-6901" fmla="*/ 0 w 9144000"/>
              <a:gd name="connsiteY3-6902" fmla="*/ 6867525 h 6870074"/>
              <a:gd name="connsiteX4-6903" fmla="*/ 0 w 9144000"/>
              <a:gd name="connsiteY4-6904" fmla="*/ 0 h 6870074"/>
              <a:gd name="connsiteX5-6905" fmla="*/ 2244287 w 9144000"/>
              <a:gd name="connsiteY5-6906" fmla="*/ 1335243 h 6870074"/>
              <a:gd name="connsiteX6-6907" fmla="*/ 2094804 w 9144000"/>
              <a:gd name="connsiteY6-6908" fmla="*/ 1714255 h 6870074"/>
              <a:gd name="connsiteX7-6909" fmla="*/ 2179012 w 9144000"/>
              <a:gd name="connsiteY7-6910" fmla="*/ 1913069 h 6870074"/>
              <a:gd name="connsiteX8-6911" fmla="*/ 353912 w 9144000"/>
              <a:gd name="connsiteY8-6912" fmla="*/ 3750823 h 6870074"/>
              <a:gd name="connsiteX9-6913" fmla="*/ 3461398 w 9144000"/>
              <a:gd name="connsiteY9-6914" fmla="*/ 6868730 h 6870074"/>
              <a:gd name="connsiteX10-6915" fmla="*/ 5804956 w 9144000"/>
              <a:gd name="connsiteY10-6916" fmla="*/ 6870074 h 6870074"/>
              <a:gd name="connsiteX11-6917" fmla="*/ 7011705 w 9144000"/>
              <a:gd name="connsiteY11-6918" fmla="*/ 5679300 h 6870074"/>
              <a:gd name="connsiteX12-6919" fmla="*/ 6981440 w 9144000"/>
              <a:gd name="connsiteY12-6920" fmla="*/ 5806214 h 6870074"/>
              <a:gd name="connsiteX13-6921" fmla="*/ 7297987 w 9144000"/>
              <a:gd name="connsiteY13-6922" fmla="*/ 5518071 h 6870074"/>
              <a:gd name="connsiteX14-6923" fmla="*/ 6059169 w 9144000"/>
              <a:gd name="connsiteY14-6924" fmla="*/ 5269934 h 6870074"/>
              <a:gd name="connsiteX15-6925" fmla="*/ 6128705 w 9144000"/>
              <a:gd name="connsiteY15-6926" fmla="*/ 5273411 h 6870074"/>
              <a:gd name="connsiteX16-6927" fmla="*/ 6208670 w 9144000"/>
              <a:gd name="connsiteY16-6928" fmla="*/ 5370760 h 6870074"/>
              <a:gd name="connsiteX17-6929" fmla="*/ 6135658 w 9144000"/>
              <a:gd name="connsiteY17-6930" fmla="*/ 5621091 h 6870074"/>
              <a:gd name="connsiteX18-6931" fmla="*/ 6340790 w 9144000"/>
              <a:gd name="connsiteY18-6932" fmla="*/ 5621091 h 6870074"/>
              <a:gd name="connsiteX19-6933" fmla="*/ 6497246 w 9144000"/>
              <a:gd name="connsiteY19-6934" fmla="*/ 5176060 h 6870074"/>
              <a:gd name="connsiteX20-6935" fmla="*/ 6636466 w 9144000"/>
              <a:gd name="connsiteY20-6936" fmla="*/ 4873617 h 6870074"/>
              <a:gd name="connsiteX21-6937" fmla="*/ 6636319 w 9144000"/>
              <a:gd name="connsiteY21-6938" fmla="*/ 2106040 h 6870074"/>
              <a:gd name="connsiteX22-6939" fmla="*/ 6542445 w 9144000"/>
              <a:gd name="connsiteY22-6940" fmla="*/ 1737498 h 6870074"/>
              <a:gd name="connsiteX23-6941" fmla="*/ 6094701 w 9144000"/>
              <a:gd name="connsiteY23-6942" fmla="*/ 1604868 h 6870074"/>
              <a:gd name="connsiteX24-6943" fmla="*/ 4089666 w 9144000"/>
              <a:gd name="connsiteY24-6944" fmla="*/ 8461 h 6870074"/>
              <a:gd name="connsiteX25-6945" fmla="*/ 3439138 w 9144000"/>
              <a:gd name="connsiteY25-6946" fmla="*/ 669454 h 6870074"/>
              <a:gd name="connsiteX26-6947" fmla="*/ 2763483 w 9144000"/>
              <a:gd name="connsiteY26-6948" fmla="*/ 1336303 h 6870074"/>
              <a:gd name="connsiteX27-6949" fmla="*/ 2677367 w 9144000"/>
              <a:gd name="connsiteY27-6950" fmla="*/ 1342560 h 6870074"/>
              <a:gd name="connsiteX28-6951" fmla="*/ 2599256 w 9144000"/>
              <a:gd name="connsiteY28-6952" fmla="*/ 1497695 h 6870074"/>
              <a:gd name="connsiteX29-6953" fmla="*/ 2448007 w 9144000"/>
              <a:gd name="connsiteY29-6954" fmla="*/ 1648301 h 6870074"/>
              <a:gd name="connsiteX30-6955" fmla="*/ 2377956 w 9144000"/>
              <a:gd name="connsiteY30-6956" fmla="*/ 1587018 h 6870074"/>
              <a:gd name="connsiteX31-6957" fmla="*/ 2449120 w 9144000"/>
              <a:gd name="connsiteY31-6958" fmla="*/ 1342775 h 6870074"/>
              <a:gd name="connsiteX32-6959" fmla="*/ 2244287 w 9144000"/>
              <a:gd name="connsiteY32-6960" fmla="*/ 1335243 h 6870074"/>
              <a:gd name="connsiteX0-6961" fmla="*/ 0 w 9144000"/>
              <a:gd name="connsiteY0-6962" fmla="*/ 0 h 6870074"/>
              <a:gd name="connsiteX1-6963" fmla="*/ 9144000 w 9144000"/>
              <a:gd name="connsiteY1-6964" fmla="*/ 0 h 6870074"/>
              <a:gd name="connsiteX2-6965" fmla="*/ 9144000 w 9144000"/>
              <a:gd name="connsiteY2-6966" fmla="*/ 6867525 h 6870074"/>
              <a:gd name="connsiteX3-6967" fmla="*/ 0 w 9144000"/>
              <a:gd name="connsiteY3-6968" fmla="*/ 6867525 h 6870074"/>
              <a:gd name="connsiteX4-6969" fmla="*/ 0 w 9144000"/>
              <a:gd name="connsiteY4-6970" fmla="*/ 0 h 6870074"/>
              <a:gd name="connsiteX5-6971" fmla="*/ 2244287 w 9144000"/>
              <a:gd name="connsiteY5-6972" fmla="*/ 1335243 h 6870074"/>
              <a:gd name="connsiteX6-6973" fmla="*/ 2094804 w 9144000"/>
              <a:gd name="connsiteY6-6974" fmla="*/ 1714255 h 6870074"/>
              <a:gd name="connsiteX7-6975" fmla="*/ 2179012 w 9144000"/>
              <a:gd name="connsiteY7-6976" fmla="*/ 1913069 h 6870074"/>
              <a:gd name="connsiteX8-6977" fmla="*/ 353912 w 9144000"/>
              <a:gd name="connsiteY8-6978" fmla="*/ 3750823 h 6870074"/>
              <a:gd name="connsiteX9-6979" fmla="*/ 3461398 w 9144000"/>
              <a:gd name="connsiteY9-6980" fmla="*/ 6868730 h 6870074"/>
              <a:gd name="connsiteX10-6981" fmla="*/ 5804956 w 9144000"/>
              <a:gd name="connsiteY10-6982" fmla="*/ 6870074 h 6870074"/>
              <a:gd name="connsiteX11-6983" fmla="*/ 7011705 w 9144000"/>
              <a:gd name="connsiteY11-6984" fmla="*/ 5679300 h 6870074"/>
              <a:gd name="connsiteX12-6985" fmla="*/ 6981440 w 9144000"/>
              <a:gd name="connsiteY12-6986" fmla="*/ 5806214 h 6870074"/>
              <a:gd name="connsiteX13-6987" fmla="*/ 7158440 w 9144000"/>
              <a:gd name="connsiteY13-6988" fmla="*/ 5815526 h 6870074"/>
              <a:gd name="connsiteX14-6989" fmla="*/ 6059169 w 9144000"/>
              <a:gd name="connsiteY14-6990" fmla="*/ 5269934 h 6870074"/>
              <a:gd name="connsiteX15-6991" fmla="*/ 6128705 w 9144000"/>
              <a:gd name="connsiteY15-6992" fmla="*/ 5273411 h 6870074"/>
              <a:gd name="connsiteX16-6993" fmla="*/ 6208670 w 9144000"/>
              <a:gd name="connsiteY16-6994" fmla="*/ 5370760 h 6870074"/>
              <a:gd name="connsiteX17-6995" fmla="*/ 6135658 w 9144000"/>
              <a:gd name="connsiteY17-6996" fmla="*/ 5621091 h 6870074"/>
              <a:gd name="connsiteX18-6997" fmla="*/ 6340790 w 9144000"/>
              <a:gd name="connsiteY18-6998" fmla="*/ 5621091 h 6870074"/>
              <a:gd name="connsiteX19-6999" fmla="*/ 6497246 w 9144000"/>
              <a:gd name="connsiteY19-7000" fmla="*/ 5176060 h 6870074"/>
              <a:gd name="connsiteX20-7001" fmla="*/ 6636466 w 9144000"/>
              <a:gd name="connsiteY20-7002" fmla="*/ 4873617 h 6870074"/>
              <a:gd name="connsiteX21-7003" fmla="*/ 6636319 w 9144000"/>
              <a:gd name="connsiteY21-7004" fmla="*/ 2106040 h 6870074"/>
              <a:gd name="connsiteX22-7005" fmla="*/ 6542445 w 9144000"/>
              <a:gd name="connsiteY22-7006" fmla="*/ 1737498 h 6870074"/>
              <a:gd name="connsiteX23-7007" fmla="*/ 6094701 w 9144000"/>
              <a:gd name="connsiteY23-7008" fmla="*/ 1604868 h 6870074"/>
              <a:gd name="connsiteX24-7009" fmla="*/ 4089666 w 9144000"/>
              <a:gd name="connsiteY24-7010" fmla="*/ 8461 h 6870074"/>
              <a:gd name="connsiteX25-7011" fmla="*/ 3439138 w 9144000"/>
              <a:gd name="connsiteY25-7012" fmla="*/ 669454 h 6870074"/>
              <a:gd name="connsiteX26-7013" fmla="*/ 2763483 w 9144000"/>
              <a:gd name="connsiteY26-7014" fmla="*/ 1336303 h 6870074"/>
              <a:gd name="connsiteX27-7015" fmla="*/ 2677367 w 9144000"/>
              <a:gd name="connsiteY27-7016" fmla="*/ 1342560 h 6870074"/>
              <a:gd name="connsiteX28-7017" fmla="*/ 2599256 w 9144000"/>
              <a:gd name="connsiteY28-7018" fmla="*/ 1497695 h 6870074"/>
              <a:gd name="connsiteX29-7019" fmla="*/ 2448007 w 9144000"/>
              <a:gd name="connsiteY29-7020" fmla="*/ 1648301 h 6870074"/>
              <a:gd name="connsiteX30-7021" fmla="*/ 2377956 w 9144000"/>
              <a:gd name="connsiteY30-7022" fmla="*/ 1587018 h 6870074"/>
              <a:gd name="connsiteX31-7023" fmla="*/ 2449120 w 9144000"/>
              <a:gd name="connsiteY31-7024" fmla="*/ 1342775 h 6870074"/>
              <a:gd name="connsiteX32-7025" fmla="*/ 2244287 w 9144000"/>
              <a:gd name="connsiteY32-7026" fmla="*/ 1335243 h 6870074"/>
              <a:gd name="connsiteX0-7027" fmla="*/ 0 w 9144000"/>
              <a:gd name="connsiteY0-7028" fmla="*/ 0 h 6870074"/>
              <a:gd name="connsiteX1-7029" fmla="*/ 9144000 w 9144000"/>
              <a:gd name="connsiteY1-7030" fmla="*/ 0 h 6870074"/>
              <a:gd name="connsiteX2-7031" fmla="*/ 9144000 w 9144000"/>
              <a:gd name="connsiteY2-7032" fmla="*/ 6867525 h 6870074"/>
              <a:gd name="connsiteX3-7033" fmla="*/ 0 w 9144000"/>
              <a:gd name="connsiteY3-7034" fmla="*/ 6867525 h 6870074"/>
              <a:gd name="connsiteX4-7035" fmla="*/ 0 w 9144000"/>
              <a:gd name="connsiteY4-7036" fmla="*/ 0 h 6870074"/>
              <a:gd name="connsiteX5-7037" fmla="*/ 2244287 w 9144000"/>
              <a:gd name="connsiteY5-7038" fmla="*/ 1335243 h 6870074"/>
              <a:gd name="connsiteX6-7039" fmla="*/ 2094804 w 9144000"/>
              <a:gd name="connsiteY6-7040" fmla="*/ 1714255 h 6870074"/>
              <a:gd name="connsiteX7-7041" fmla="*/ 2179012 w 9144000"/>
              <a:gd name="connsiteY7-7042" fmla="*/ 1913069 h 6870074"/>
              <a:gd name="connsiteX8-7043" fmla="*/ 353912 w 9144000"/>
              <a:gd name="connsiteY8-7044" fmla="*/ 3750823 h 6870074"/>
              <a:gd name="connsiteX9-7045" fmla="*/ 3461398 w 9144000"/>
              <a:gd name="connsiteY9-7046" fmla="*/ 6868730 h 6870074"/>
              <a:gd name="connsiteX10-7047" fmla="*/ 5804956 w 9144000"/>
              <a:gd name="connsiteY10-7048" fmla="*/ 6870074 h 6870074"/>
              <a:gd name="connsiteX11-7049" fmla="*/ 7011705 w 9144000"/>
              <a:gd name="connsiteY11-7050" fmla="*/ 5679300 h 6870074"/>
              <a:gd name="connsiteX12-7051" fmla="*/ 6981440 w 9144000"/>
              <a:gd name="connsiteY12-7052" fmla="*/ 5806214 h 6870074"/>
              <a:gd name="connsiteX13-7053" fmla="*/ 7158440 w 9144000"/>
              <a:gd name="connsiteY13-7054" fmla="*/ 5815526 h 6870074"/>
              <a:gd name="connsiteX14-7055" fmla="*/ 6059169 w 9144000"/>
              <a:gd name="connsiteY14-7056" fmla="*/ 5269934 h 6870074"/>
              <a:gd name="connsiteX15-7057" fmla="*/ 6128705 w 9144000"/>
              <a:gd name="connsiteY15-7058" fmla="*/ 5273411 h 6870074"/>
              <a:gd name="connsiteX16-7059" fmla="*/ 6208670 w 9144000"/>
              <a:gd name="connsiteY16-7060" fmla="*/ 5370760 h 6870074"/>
              <a:gd name="connsiteX17-7061" fmla="*/ 6135658 w 9144000"/>
              <a:gd name="connsiteY17-7062" fmla="*/ 5621091 h 6870074"/>
              <a:gd name="connsiteX18-7063" fmla="*/ 6340790 w 9144000"/>
              <a:gd name="connsiteY18-7064" fmla="*/ 5621091 h 6870074"/>
              <a:gd name="connsiteX19-7065" fmla="*/ 6497246 w 9144000"/>
              <a:gd name="connsiteY19-7066" fmla="*/ 5176060 h 6870074"/>
              <a:gd name="connsiteX20-7067" fmla="*/ 6636466 w 9144000"/>
              <a:gd name="connsiteY20-7068" fmla="*/ 4873617 h 6870074"/>
              <a:gd name="connsiteX21-7069" fmla="*/ 6636319 w 9144000"/>
              <a:gd name="connsiteY21-7070" fmla="*/ 2106040 h 6870074"/>
              <a:gd name="connsiteX22-7071" fmla="*/ 6542445 w 9144000"/>
              <a:gd name="connsiteY22-7072" fmla="*/ 1737498 h 6870074"/>
              <a:gd name="connsiteX23-7073" fmla="*/ 6094701 w 9144000"/>
              <a:gd name="connsiteY23-7074" fmla="*/ 1604868 h 6870074"/>
              <a:gd name="connsiteX24-7075" fmla="*/ 4089666 w 9144000"/>
              <a:gd name="connsiteY24-7076" fmla="*/ 8461 h 6870074"/>
              <a:gd name="connsiteX25-7077" fmla="*/ 3439138 w 9144000"/>
              <a:gd name="connsiteY25-7078" fmla="*/ 669454 h 6870074"/>
              <a:gd name="connsiteX26-7079" fmla="*/ 2763483 w 9144000"/>
              <a:gd name="connsiteY26-7080" fmla="*/ 1336303 h 6870074"/>
              <a:gd name="connsiteX27-7081" fmla="*/ 2677367 w 9144000"/>
              <a:gd name="connsiteY27-7082" fmla="*/ 1342560 h 6870074"/>
              <a:gd name="connsiteX28-7083" fmla="*/ 2599256 w 9144000"/>
              <a:gd name="connsiteY28-7084" fmla="*/ 1497695 h 6870074"/>
              <a:gd name="connsiteX29-7085" fmla="*/ 2448007 w 9144000"/>
              <a:gd name="connsiteY29-7086" fmla="*/ 1648301 h 6870074"/>
              <a:gd name="connsiteX30-7087" fmla="*/ 2377956 w 9144000"/>
              <a:gd name="connsiteY30-7088" fmla="*/ 1587018 h 6870074"/>
              <a:gd name="connsiteX31-7089" fmla="*/ 2449120 w 9144000"/>
              <a:gd name="connsiteY31-7090" fmla="*/ 1342775 h 6870074"/>
              <a:gd name="connsiteX32-7091" fmla="*/ 2244287 w 9144000"/>
              <a:gd name="connsiteY32-7092" fmla="*/ 1335243 h 6870074"/>
              <a:gd name="connsiteX0-7093" fmla="*/ 0 w 9144000"/>
              <a:gd name="connsiteY0-7094" fmla="*/ 0 h 6870074"/>
              <a:gd name="connsiteX1-7095" fmla="*/ 9144000 w 9144000"/>
              <a:gd name="connsiteY1-7096" fmla="*/ 0 h 6870074"/>
              <a:gd name="connsiteX2-7097" fmla="*/ 9144000 w 9144000"/>
              <a:gd name="connsiteY2-7098" fmla="*/ 6867525 h 6870074"/>
              <a:gd name="connsiteX3-7099" fmla="*/ 0 w 9144000"/>
              <a:gd name="connsiteY3-7100" fmla="*/ 6867525 h 6870074"/>
              <a:gd name="connsiteX4-7101" fmla="*/ 0 w 9144000"/>
              <a:gd name="connsiteY4-7102" fmla="*/ 0 h 6870074"/>
              <a:gd name="connsiteX5-7103" fmla="*/ 2244287 w 9144000"/>
              <a:gd name="connsiteY5-7104" fmla="*/ 1335243 h 6870074"/>
              <a:gd name="connsiteX6-7105" fmla="*/ 2094804 w 9144000"/>
              <a:gd name="connsiteY6-7106" fmla="*/ 1714255 h 6870074"/>
              <a:gd name="connsiteX7-7107" fmla="*/ 2179012 w 9144000"/>
              <a:gd name="connsiteY7-7108" fmla="*/ 1913069 h 6870074"/>
              <a:gd name="connsiteX8-7109" fmla="*/ 353912 w 9144000"/>
              <a:gd name="connsiteY8-7110" fmla="*/ 3750823 h 6870074"/>
              <a:gd name="connsiteX9-7111" fmla="*/ 3461398 w 9144000"/>
              <a:gd name="connsiteY9-7112" fmla="*/ 6868730 h 6870074"/>
              <a:gd name="connsiteX10-7113" fmla="*/ 5804956 w 9144000"/>
              <a:gd name="connsiteY10-7114" fmla="*/ 6870074 h 6870074"/>
              <a:gd name="connsiteX11-7115" fmla="*/ 7011705 w 9144000"/>
              <a:gd name="connsiteY11-7116" fmla="*/ 5679300 h 6870074"/>
              <a:gd name="connsiteX12-7117" fmla="*/ 6977768 w 9144000"/>
              <a:gd name="connsiteY12-7118" fmla="*/ 5820903 h 6870074"/>
              <a:gd name="connsiteX13-7119" fmla="*/ 7158440 w 9144000"/>
              <a:gd name="connsiteY13-7120" fmla="*/ 5815526 h 6870074"/>
              <a:gd name="connsiteX14-7121" fmla="*/ 6059169 w 9144000"/>
              <a:gd name="connsiteY14-7122" fmla="*/ 5269934 h 6870074"/>
              <a:gd name="connsiteX15-7123" fmla="*/ 6128705 w 9144000"/>
              <a:gd name="connsiteY15-7124" fmla="*/ 5273411 h 6870074"/>
              <a:gd name="connsiteX16-7125" fmla="*/ 6208670 w 9144000"/>
              <a:gd name="connsiteY16-7126" fmla="*/ 5370760 h 6870074"/>
              <a:gd name="connsiteX17-7127" fmla="*/ 6135658 w 9144000"/>
              <a:gd name="connsiteY17-7128" fmla="*/ 5621091 h 6870074"/>
              <a:gd name="connsiteX18-7129" fmla="*/ 6340790 w 9144000"/>
              <a:gd name="connsiteY18-7130" fmla="*/ 5621091 h 6870074"/>
              <a:gd name="connsiteX19-7131" fmla="*/ 6497246 w 9144000"/>
              <a:gd name="connsiteY19-7132" fmla="*/ 5176060 h 6870074"/>
              <a:gd name="connsiteX20-7133" fmla="*/ 6636466 w 9144000"/>
              <a:gd name="connsiteY20-7134" fmla="*/ 4873617 h 6870074"/>
              <a:gd name="connsiteX21-7135" fmla="*/ 6636319 w 9144000"/>
              <a:gd name="connsiteY21-7136" fmla="*/ 2106040 h 6870074"/>
              <a:gd name="connsiteX22-7137" fmla="*/ 6542445 w 9144000"/>
              <a:gd name="connsiteY22-7138" fmla="*/ 1737498 h 6870074"/>
              <a:gd name="connsiteX23-7139" fmla="*/ 6094701 w 9144000"/>
              <a:gd name="connsiteY23-7140" fmla="*/ 1604868 h 6870074"/>
              <a:gd name="connsiteX24-7141" fmla="*/ 4089666 w 9144000"/>
              <a:gd name="connsiteY24-7142" fmla="*/ 8461 h 6870074"/>
              <a:gd name="connsiteX25-7143" fmla="*/ 3439138 w 9144000"/>
              <a:gd name="connsiteY25-7144" fmla="*/ 669454 h 6870074"/>
              <a:gd name="connsiteX26-7145" fmla="*/ 2763483 w 9144000"/>
              <a:gd name="connsiteY26-7146" fmla="*/ 1336303 h 6870074"/>
              <a:gd name="connsiteX27-7147" fmla="*/ 2677367 w 9144000"/>
              <a:gd name="connsiteY27-7148" fmla="*/ 1342560 h 6870074"/>
              <a:gd name="connsiteX28-7149" fmla="*/ 2599256 w 9144000"/>
              <a:gd name="connsiteY28-7150" fmla="*/ 1497695 h 6870074"/>
              <a:gd name="connsiteX29-7151" fmla="*/ 2448007 w 9144000"/>
              <a:gd name="connsiteY29-7152" fmla="*/ 1648301 h 6870074"/>
              <a:gd name="connsiteX30-7153" fmla="*/ 2377956 w 9144000"/>
              <a:gd name="connsiteY30-7154" fmla="*/ 1587018 h 6870074"/>
              <a:gd name="connsiteX31-7155" fmla="*/ 2449120 w 9144000"/>
              <a:gd name="connsiteY31-7156" fmla="*/ 1342775 h 6870074"/>
              <a:gd name="connsiteX32-7157" fmla="*/ 2244287 w 9144000"/>
              <a:gd name="connsiteY32-7158" fmla="*/ 1335243 h 6870074"/>
              <a:gd name="connsiteX0-7159" fmla="*/ 0 w 9144000"/>
              <a:gd name="connsiteY0-7160" fmla="*/ 0 h 6870074"/>
              <a:gd name="connsiteX1-7161" fmla="*/ 9144000 w 9144000"/>
              <a:gd name="connsiteY1-7162" fmla="*/ 0 h 6870074"/>
              <a:gd name="connsiteX2-7163" fmla="*/ 9144000 w 9144000"/>
              <a:gd name="connsiteY2-7164" fmla="*/ 6867525 h 6870074"/>
              <a:gd name="connsiteX3-7165" fmla="*/ 0 w 9144000"/>
              <a:gd name="connsiteY3-7166" fmla="*/ 6867525 h 6870074"/>
              <a:gd name="connsiteX4-7167" fmla="*/ 0 w 9144000"/>
              <a:gd name="connsiteY4-7168" fmla="*/ 0 h 6870074"/>
              <a:gd name="connsiteX5-7169" fmla="*/ 2244287 w 9144000"/>
              <a:gd name="connsiteY5-7170" fmla="*/ 1335243 h 6870074"/>
              <a:gd name="connsiteX6-7171" fmla="*/ 2094804 w 9144000"/>
              <a:gd name="connsiteY6-7172" fmla="*/ 1714255 h 6870074"/>
              <a:gd name="connsiteX7-7173" fmla="*/ 2179012 w 9144000"/>
              <a:gd name="connsiteY7-7174" fmla="*/ 1913069 h 6870074"/>
              <a:gd name="connsiteX8-7175" fmla="*/ 353912 w 9144000"/>
              <a:gd name="connsiteY8-7176" fmla="*/ 3750823 h 6870074"/>
              <a:gd name="connsiteX9-7177" fmla="*/ 3461398 w 9144000"/>
              <a:gd name="connsiteY9-7178" fmla="*/ 6868730 h 6870074"/>
              <a:gd name="connsiteX10-7179" fmla="*/ 5804956 w 9144000"/>
              <a:gd name="connsiteY10-7180" fmla="*/ 6870074 h 6870074"/>
              <a:gd name="connsiteX11-7181" fmla="*/ 7011705 w 9144000"/>
              <a:gd name="connsiteY11-7182" fmla="*/ 5679300 h 6870074"/>
              <a:gd name="connsiteX12-7183" fmla="*/ 6977768 w 9144000"/>
              <a:gd name="connsiteY12-7184" fmla="*/ 5820903 h 6870074"/>
              <a:gd name="connsiteX13-7185" fmla="*/ 7158440 w 9144000"/>
              <a:gd name="connsiteY13-7186" fmla="*/ 5815526 h 6870074"/>
              <a:gd name="connsiteX14-7187" fmla="*/ 6059169 w 9144000"/>
              <a:gd name="connsiteY14-7188" fmla="*/ 5269934 h 6870074"/>
              <a:gd name="connsiteX15-7189" fmla="*/ 6128705 w 9144000"/>
              <a:gd name="connsiteY15-7190" fmla="*/ 5273411 h 6870074"/>
              <a:gd name="connsiteX16-7191" fmla="*/ 6208670 w 9144000"/>
              <a:gd name="connsiteY16-7192" fmla="*/ 5370760 h 6870074"/>
              <a:gd name="connsiteX17-7193" fmla="*/ 6135658 w 9144000"/>
              <a:gd name="connsiteY17-7194" fmla="*/ 5621091 h 6870074"/>
              <a:gd name="connsiteX18-7195" fmla="*/ 6340790 w 9144000"/>
              <a:gd name="connsiteY18-7196" fmla="*/ 5621091 h 6870074"/>
              <a:gd name="connsiteX19-7197" fmla="*/ 6497246 w 9144000"/>
              <a:gd name="connsiteY19-7198" fmla="*/ 5176060 h 6870074"/>
              <a:gd name="connsiteX20-7199" fmla="*/ 6636466 w 9144000"/>
              <a:gd name="connsiteY20-7200" fmla="*/ 4873617 h 6870074"/>
              <a:gd name="connsiteX21-7201" fmla="*/ 6636319 w 9144000"/>
              <a:gd name="connsiteY21-7202" fmla="*/ 2106040 h 6870074"/>
              <a:gd name="connsiteX22-7203" fmla="*/ 6542445 w 9144000"/>
              <a:gd name="connsiteY22-7204" fmla="*/ 1737498 h 6870074"/>
              <a:gd name="connsiteX23-7205" fmla="*/ 6094701 w 9144000"/>
              <a:gd name="connsiteY23-7206" fmla="*/ 1604868 h 6870074"/>
              <a:gd name="connsiteX24-7207" fmla="*/ 4089666 w 9144000"/>
              <a:gd name="connsiteY24-7208" fmla="*/ 8461 h 6870074"/>
              <a:gd name="connsiteX25-7209" fmla="*/ 3439138 w 9144000"/>
              <a:gd name="connsiteY25-7210" fmla="*/ 669454 h 6870074"/>
              <a:gd name="connsiteX26-7211" fmla="*/ 2763483 w 9144000"/>
              <a:gd name="connsiteY26-7212" fmla="*/ 1336303 h 6870074"/>
              <a:gd name="connsiteX27-7213" fmla="*/ 2677367 w 9144000"/>
              <a:gd name="connsiteY27-7214" fmla="*/ 1342560 h 6870074"/>
              <a:gd name="connsiteX28-7215" fmla="*/ 2599256 w 9144000"/>
              <a:gd name="connsiteY28-7216" fmla="*/ 1497695 h 6870074"/>
              <a:gd name="connsiteX29-7217" fmla="*/ 2448007 w 9144000"/>
              <a:gd name="connsiteY29-7218" fmla="*/ 1648301 h 6870074"/>
              <a:gd name="connsiteX30-7219" fmla="*/ 2377956 w 9144000"/>
              <a:gd name="connsiteY30-7220" fmla="*/ 1587018 h 6870074"/>
              <a:gd name="connsiteX31-7221" fmla="*/ 2449120 w 9144000"/>
              <a:gd name="connsiteY31-7222" fmla="*/ 1342775 h 6870074"/>
              <a:gd name="connsiteX32-7223" fmla="*/ 2244287 w 9144000"/>
              <a:gd name="connsiteY32-7224" fmla="*/ 1335243 h 6870074"/>
              <a:gd name="connsiteX0-7225" fmla="*/ 0 w 9144000"/>
              <a:gd name="connsiteY0-7226" fmla="*/ 0 h 6870074"/>
              <a:gd name="connsiteX1-7227" fmla="*/ 9144000 w 9144000"/>
              <a:gd name="connsiteY1-7228" fmla="*/ 0 h 6870074"/>
              <a:gd name="connsiteX2-7229" fmla="*/ 9144000 w 9144000"/>
              <a:gd name="connsiteY2-7230" fmla="*/ 6867525 h 6870074"/>
              <a:gd name="connsiteX3-7231" fmla="*/ 0 w 9144000"/>
              <a:gd name="connsiteY3-7232" fmla="*/ 6867525 h 6870074"/>
              <a:gd name="connsiteX4-7233" fmla="*/ 0 w 9144000"/>
              <a:gd name="connsiteY4-7234" fmla="*/ 0 h 6870074"/>
              <a:gd name="connsiteX5-7235" fmla="*/ 2244287 w 9144000"/>
              <a:gd name="connsiteY5-7236" fmla="*/ 1335243 h 6870074"/>
              <a:gd name="connsiteX6-7237" fmla="*/ 2094804 w 9144000"/>
              <a:gd name="connsiteY6-7238" fmla="*/ 1714255 h 6870074"/>
              <a:gd name="connsiteX7-7239" fmla="*/ 2179012 w 9144000"/>
              <a:gd name="connsiteY7-7240" fmla="*/ 1913069 h 6870074"/>
              <a:gd name="connsiteX8-7241" fmla="*/ 353912 w 9144000"/>
              <a:gd name="connsiteY8-7242" fmla="*/ 3750823 h 6870074"/>
              <a:gd name="connsiteX9-7243" fmla="*/ 3461398 w 9144000"/>
              <a:gd name="connsiteY9-7244" fmla="*/ 6868730 h 6870074"/>
              <a:gd name="connsiteX10-7245" fmla="*/ 5804956 w 9144000"/>
              <a:gd name="connsiteY10-7246" fmla="*/ 6870074 h 6870074"/>
              <a:gd name="connsiteX11-7247" fmla="*/ 7011705 w 9144000"/>
              <a:gd name="connsiteY11-7248" fmla="*/ 5679300 h 6870074"/>
              <a:gd name="connsiteX12-7249" fmla="*/ 6977768 w 9144000"/>
              <a:gd name="connsiteY12-7250" fmla="*/ 5820903 h 6870074"/>
              <a:gd name="connsiteX13-7251" fmla="*/ 7158440 w 9144000"/>
              <a:gd name="connsiteY13-7252" fmla="*/ 5815526 h 6870074"/>
              <a:gd name="connsiteX14-7253" fmla="*/ 6128705 w 9144000"/>
              <a:gd name="connsiteY14-7254" fmla="*/ 5273411 h 6870074"/>
              <a:gd name="connsiteX15-7255" fmla="*/ 6208670 w 9144000"/>
              <a:gd name="connsiteY15-7256" fmla="*/ 5370760 h 6870074"/>
              <a:gd name="connsiteX16-7257" fmla="*/ 6135658 w 9144000"/>
              <a:gd name="connsiteY16-7258" fmla="*/ 5621091 h 6870074"/>
              <a:gd name="connsiteX17-7259" fmla="*/ 6340790 w 9144000"/>
              <a:gd name="connsiteY17-7260" fmla="*/ 5621091 h 6870074"/>
              <a:gd name="connsiteX18-7261" fmla="*/ 6497246 w 9144000"/>
              <a:gd name="connsiteY18-7262" fmla="*/ 5176060 h 6870074"/>
              <a:gd name="connsiteX19-7263" fmla="*/ 6636466 w 9144000"/>
              <a:gd name="connsiteY19-7264" fmla="*/ 4873617 h 6870074"/>
              <a:gd name="connsiteX20-7265" fmla="*/ 6636319 w 9144000"/>
              <a:gd name="connsiteY20-7266" fmla="*/ 2106040 h 6870074"/>
              <a:gd name="connsiteX21-7267" fmla="*/ 6542445 w 9144000"/>
              <a:gd name="connsiteY21-7268" fmla="*/ 1737498 h 6870074"/>
              <a:gd name="connsiteX22-7269" fmla="*/ 6094701 w 9144000"/>
              <a:gd name="connsiteY22-7270" fmla="*/ 1604868 h 6870074"/>
              <a:gd name="connsiteX23-7271" fmla="*/ 4089666 w 9144000"/>
              <a:gd name="connsiteY23-7272" fmla="*/ 8461 h 6870074"/>
              <a:gd name="connsiteX24-7273" fmla="*/ 3439138 w 9144000"/>
              <a:gd name="connsiteY24-7274" fmla="*/ 669454 h 6870074"/>
              <a:gd name="connsiteX25-7275" fmla="*/ 2763483 w 9144000"/>
              <a:gd name="connsiteY25-7276" fmla="*/ 1336303 h 6870074"/>
              <a:gd name="connsiteX26-7277" fmla="*/ 2677367 w 9144000"/>
              <a:gd name="connsiteY26-7278" fmla="*/ 1342560 h 6870074"/>
              <a:gd name="connsiteX27-7279" fmla="*/ 2599256 w 9144000"/>
              <a:gd name="connsiteY27-7280" fmla="*/ 1497695 h 6870074"/>
              <a:gd name="connsiteX28-7281" fmla="*/ 2448007 w 9144000"/>
              <a:gd name="connsiteY28-7282" fmla="*/ 1648301 h 6870074"/>
              <a:gd name="connsiteX29-7283" fmla="*/ 2377956 w 9144000"/>
              <a:gd name="connsiteY29-7284" fmla="*/ 1587018 h 6870074"/>
              <a:gd name="connsiteX30-7285" fmla="*/ 2449120 w 9144000"/>
              <a:gd name="connsiteY30-7286" fmla="*/ 1342775 h 6870074"/>
              <a:gd name="connsiteX31-7287" fmla="*/ 2244287 w 9144000"/>
              <a:gd name="connsiteY31-7288" fmla="*/ 1335243 h 6870074"/>
              <a:gd name="connsiteX0-7289" fmla="*/ 0 w 9144000"/>
              <a:gd name="connsiteY0-7290" fmla="*/ 0 h 6870074"/>
              <a:gd name="connsiteX1-7291" fmla="*/ 9144000 w 9144000"/>
              <a:gd name="connsiteY1-7292" fmla="*/ 0 h 6870074"/>
              <a:gd name="connsiteX2-7293" fmla="*/ 9144000 w 9144000"/>
              <a:gd name="connsiteY2-7294" fmla="*/ 6867525 h 6870074"/>
              <a:gd name="connsiteX3-7295" fmla="*/ 0 w 9144000"/>
              <a:gd name="connsiteY3-7296" fmla="*/ 6867525 h 6870074"/>
              <a:gd name="connsiteX4-7297" fmla="*/ 0 w 9144000"/>
              <a:gd name="connsiteY4-7298" fmla="*/ 0 h 6870074"/>
              <a:gd name="connsiteX5-7299" fmla="*/ 2244287 w 9144000"/>
              <a:gd name="connsiteY5-7300" fmla="*/ 1335243 h 6870074"/>
              <a:gd name="connsiteX6-7301" fmla="*/ 2094804 w 9144000"/>
              <a:gd name="connsiteY6-7302" fmla="*/ 1714255 h 6870074"/>
              <a:gd name="connsiteX7-7303" fmla="*/ 2179012 w 9144000"/>
              <a:gd name="connsiteY7-7304" fmla="*/ 1913069 h 6870074"/>
              <a:gd name="connsiteX8-7305" fmla="*/ 353912 w 9144000"/>
              <a:gd name="connsiteY8-7306" fmla="*/ 3750823 h 6870074"/>
              <a:gd name="connsiteX9-7307" fmla="*/ 3461398 w 9144000"/>
              <a:gd name="connsiteY9-7308" fmla="*/ 6868730 h 6870074"/>
              <a:gd name="connsiteX10-7309" fmla="*/ 5804956 w 9144000"/>
              <a:gd name="connsiteY10-7310" fmla="*/ 6870074 h 6870074"/>
              <a:gd name="connsiteX11-7311" fmla="*/ 7011705 w 9144000"/>
              <a:gd name="connsiteY11-7312" fmla="*/ 5679300 h 6870074"/>
              <a:gd name="connsiteX12-7313" fmla="*/ 6977768 w 9144000"/>
              <a:gd name="connsiteY12-7314" fmla="*/ 5820903 h 6870074"/>
              <a:gd name="connsiteX13-7315" fmla="*/ 7158440 w 9144000"/>
              <a:gd name="connsiteY13-7316" fmla="*/ 5815526 h 6870074"/>
              <a:gd name="connsiteX14-7317" fmla="*/ 6208670 w 9144000"/>
              <a:gd name="connsiteY14-7318" fmla="*/ 5370760 h 6870074"/>
              <a:gd name="connsiteX15-7319" fmla="*/ 6135658 w 9144000"/>
              <a:gd name="connsiteY15-7320" fmla="*/ 5621091 h 6870074"/>
              <a:gd name="connsiteX16-7321" fmla="*/ 6340790 w 9144000"/>
              <a:gd name="connsiteY16-7322" fmla="*/ 5621091 h 6870074"/>
              <a:gd name="connsiteX17-7323" fmla="*/ 6497246 w 9144000"/>
              <a:gd name="connsiteY17-7324" fmla="*/ 5176060 h 6870074"/>
              <a:gd name="connsiteX18-7325" fmla="*/ 6636466 w 9144000"/>
              <a:gd name="connsiteY18-7326" fmla="*/ 4873617 h 6870074"/>
              <a:gd name="connsiteX19-7327" fmla="*/ 6636319 w 9144000"/>
              <a:gd name="connsiteY19-7328" fmla="*/ 2106040 h 6870074"/>
              <a:gd name="connsiteX20-7329" fmla="*/ 6542445 w 9144000"/>
              <a:gd name="connsiteY20-7330" fmla="*/ 1737498 h 6870074"/>
              <a:gd name="connsiteX21-7331" fmla="*/ 6094701 w 9144000"/>
              <a:gd name="connsiteY21-7332" fmla="*/ 1604868 h 6870074"/>
              <a:gd name="connsiteX22-7333" fmla="*/ 4089666 w 9144000"/>
              <a:gd name="connsiteY22-7334" fmla="*/ 8461 h 6870074"/>
              <a:gd name="connsiteX23-7335" fmla="*/ 3439138 w 9144000"/>
              <a:gd name="connsiteY23-7336" fmla="*/ 669454 h 6870074"/>
              <a:gd name="connsiteX24-7337" fmla="*/ 2763483 w 9144000"/>
              <a:gd name="connsiteY24-7338" fmla="*/ 1336303 h 6870074"/>
              <a:gd name="connsiteX25-7339" fmla="*/ 2677367 w 9144000"/>
              <a:gd name="connsiteY25-7340" fmla="*/ 1342560 h 6870074"/>
              <a:gd name="connsiteX26-7341" fmla="*/ 2599256 w 9144000"/>
              <a:gd name="connsiteY26-7342" fmla="*/ 1497695 h 6870074"/>
              <a:gd name="connsiteX27-7343" fmla="*/ 2448007 w 9144000"/>
              <a:gd name="connsiteY27-7344" fmla="*/ 1648301 h 6870074"/>
              <a:gd name="connsiteX28-7345" fmla="*/ 2377956 w 9144000"/>
              <a:gd name="connsiteY28-7346" fmla="*/ 1587018 h 6870074"/>
              <a:gd name="connsiteX29-7347" fmla="*/ 2449120 w 9144000"/>
              <a:gd name="connsiteY29-7348" fmla="*/ 1342775 h 6870074"/>
              <a:gd name="connsiteX30-7349" fmla="*/ 2244287 w 9144000"/>
              <a:gd name="connsiteY30-7350" fmla="*/ 1335243 h 6870074"/>
              <a:gd name="connsiteX0-7351" fmla="*/ 0 w 9144000"/>
              <a:gd name="connsiteY0-7352" fmla="*/ 0 h 6870074"/>
              <a:gd name="connsiteX1-7353" fmla="*/ 9144000 w 9144000"/>
              <a:gd name="connsiteY1-7354" fmla="*/ 0 h 6870074"/>
              <a:gd name="connsiteX2-7355" fmla="*/ 9144000 w 9144000"/>
              <a:gd name="connsiteY2-7356" fmla="*/ 6867525 h 6870074"/>
              <a:gd name="connsiteX3-7357" fmla="*/ 0 w 9144000"/>
              <a:gd name="connsiteY3-7358" fmla="*/ 6867525 h 6870074"/>
              <a:gd name="connsiteX4-7359" fmla="*/ 0 w 9144000"/>
              <a:gd name="connsiteY4-7360" fmla="*/ 0 h 6870074"/>
              <a:gd name="connsiteX5-7361" fmla="*/ 2244287 w 9144000"/>
              <a:gd name="connsiteY5-7362" fmla="*/ 1335243 h 6870074"/>
              <a:gd name="connsiteX6-7363" fmla="*/ 2094804 w 9144000"/>
              <a:gd name="connsiteY6-7364" fmla="*/ 1714255 h 6870074"/>
              <a:gd name="connsiteX7-7365" fmla="*/ 2179012 w 9144000"/>
              <a:gd name="connsiteY7-7366" fmla="*/ 1913069 h 6870074"/>
              <a:gd name="connsiteX8-7367" fmla="*/ 353912 w 9144000"/>
              <a:gd name="connsiteY8-7368" fmla="*/ 3750823 h 6870074"/>
              <a:gd name="connsiteX9-7369" fmla="*/ 3461398 w 9144000"/>
              <a:gd name="connsiteY9-7370" fmla="*/ 6868730 h 6870074"/>
              <a:gd name="connsiteX10-7371" fmla="*/ 5804956 w 9144000"/>
              <a:gd name="connsiteY10-7372" fmla="*/ 6870074 h 6870074"/>
              <a:gd name="connsiteX11-7373" fmla="*/ 7011705 w 9144000"/>
              <a:gd name="connsiteY11-7374" fmla="*/ 5679300 h 6870074"/>
              <a:gd name="connsiteX12-7375" fmla="*/ 6977768 w 9144000"/>
              <a:gd name="connsiteY12-7376" fmla="*/ 5820903 h 6870074"/>
              <a:gd name="connsiteX13-7377" fmla="*/ 7158440 w 9144000"/>
              <a:gd name="connsiteY13-7378" fmla="*/ 5815526 h 6870074"/>
              <a:gd name="connsiteX14-7379" fmla="*/ 6208670 w 9144000"/>
              <a:gd name="connsiteY14-7380" fmla="*/ 5370760 h 6870074"/>
              <a:gd name="connsiteX15-7381" fmla="*/ 6135658 w 9144000"/>
              <a:gd name="connsiteY15-7382" fmla="*/ 5621091 h 6870074"/>
              <a:gd name="connsiteX16-7383" fmla="*/ 6340790 w 9144000"/>
              <a:gd name="connsiteY16-7384" fmla="*/ 5621091 h 6870074"/>
              <a:gd name="connsiteX17-7385" fmla="*/ 6497246 w 9144000"/>
              <a:gd name="connsiteY17-7386" fmla="*/ 5176060 h 6870074"/>
              <a:gd name="connsiteX18-7387" fmla="*/ 6636319 w 9144000"/>
              <a:gd name="connsiteY18-7388" fmla="*/ 2106040 h 6870074"/>
              <a:gd name="connsiteX19-7389" fmla="*/ 6542445 w 9144000"/>
              <a:gd name="connsiteY19-7390" fmla="*/ 1737498 h 6870074"/>
              <a:gd name="connsiteX20-7391" fmla="*/ 6094701 w 9144000"/>
              <a:gd name="connsiteY20-7392" fmla="*/ 1604868 h 6870074"/>
              <a:gd name="connsiteX21-7393" fmla="*/ 4089666 w 9144000"/>
              <a:gd name="connsiteY21-7394" fmla="*/ 8461 h 6870074"/>
              <a:gd name="connsiteX22-7395" fmla="*/ 3439138 w 9144000"/>
              <a:gd name="connsiteY22-7396" fmla="*/ 669454 h 6870074"/>
              <a:gd name="connsiteX23-7397" fmla="*/ 2763483 w 9144000"/>
              <a:gd name="connsiteY23-7398" fmla="*/ 1336303 h 6870074"/>
              <a:gd name="connsiteX24-7399" fmla="*/ 2677367 w 9144000"/>
              <a:gd name="connsiteY24-7400" fmla="*/ 1342560 h 6870074"/>
              <a:gd name="connsiteX25-7401" fmla="*/ 2599256 w 9144000"/>
              <a:gd name="connsiteY25-7402" fmla="*/ 1497695 h 6870074"/>
              <a:gd name="connsiteX26-7403" fmla="*/ 2448007 w 9144000"/>
              <a:gd name="connsiteY26-7404" fmla="*/ 1648301 h 6870074"/>
              <a:gd name="connsiteX27-7405" fmla="*/ 2377956 w 9144000"/>
              <a:gd name="connsiteY27-7406" fmla="*/ 1587018 h 6870074"/>
              <a:gd name="connsiteX28-7407" fmla="*/ 2449120 w 9144000"/>
              <a:gd name="connsiteY28-7408" fmla="*/ 1342775 h 6870074"/>
              <a:gd name="connsiteX29-7409" fmla="*/ 2244287 w 9144000"/>
              <a:gd name="connsiteY29-7410" fmla="*/ 1335243 h 6870074"/>
              <a:gd name="connsiteX0-7411" fmla="*/ 0 w 9144000"/>
              <a:gd name="connsiteY0-7412" fmla="*/ 0 h 6870074"/>
              <a:gd name="connsiteX1-7413" fmla="*/ 9144000 w 9144000"/>
              <a:gd name="connsiteY1-7414" fmla="*/ 0 h 6870074"/>
              <a:gd name="connsiteX2-7415" fmla="*/ 9144000 w 9144000"/>
              <a:gd name="connsiteY2-7416" fmla="*/ 6867525 h 6870074"/>
              <a:gd name="connsiteX3-7417" fmla="*/ 0 w 9144000"/>
              <a:gd name="connsiteY3-7418" fmla="*/ 6867525 h 6870074"/>
              <a:gd name="connsiteX4-7419" fmla="*/ 0 w 9144000"/>
              <a:gd name="connsiteY4-7420" fmla="*/ 0 h 6870074"/>
              <a:gd name="connsiteX5-7421" fmla="*/ 2244287 w 9144000"/>
              <a:gd name="connsiteY5-7422" fmla="*/ 1335243 h 6870074"/>
              <a:gd name="connsiteX6-7423" fmla="*/ 2094804 w 9144000"/>
              <a:gd name="connsiteY6-7424" fmla="*/ 1714255 h 6870074"/>
              <a:gd name="connsiteX7-7425" fmla="*/ 2179012 w 9144000"/>
              <a:gd name="connsiteY7-7426" fmla="*/ 1913069 h 6870074"/>
              <a:gd name="connsiteX8-7427" fmla="*/ 353912 w 9144000"/>
              <a:gd name="connsiteY8-7428" fmla="*/ 3750823 h 6870074"/>
              <a:gd name="connsiteX9-7429" fmla="*/ 3461398 w 9144000"/>
              <a:gd name="connsiteY9-7430" fmla="*/ 6868730 h 6870074"/>
              <a:gd name="connsiteX10-7431" fmla="*/ 5804956 w 9144000"/>
              <a:gd name="connsiteY10-7432" fmla="*/ 6870074 h 6870074"/>
              <a:gd name="connsiteX11-7433" fmla="*/ 7011705 w 9144000"/>
              <a:gd name="connsiteY11-7434" fmla="*/ 5679300 h 6870074"/>
              <a:gd name="connsiteX12-7435" fmla="*/ 6977768 w 9144000"/>
              <a:gd name="connsiteY12-7436" fmla="*/ 5820903 h 6870074"/>
              <a:gd name="connsiteX13-7437" fmla="*/ 7158440 w 9144000"/>
              <a:gd name="connsiteY13-7438" fmla="*/ 5815526 h 6870074"/>
              <a:gd name="connsiteX14-7439" fmla="*/ 6208670 w 9144000"/>
              <a:gd name="connsiteY14-7440" fmla="*/ 5370760 h 6870074"/>
              <a:gd name="connsiteX15-7441" fmla="*/ 6135658 w 9144000"/>
              <a:gd name="connsiteY15-7442" fmla="*/ 5621091 h 6870074"/>
              <a:gd name="connsiteX16-7443" fmla="*/ 6340790 w 9144000"/>
              <a:gd name="connsiteY16-7444" fmla="*/ 5621091 h 6870074"/>
              <a:gd name="connsiteX17-7445" fmla="*/ 6636319 w 9144000"/>
              <a:gd name="connsiteY17-7446" fmla="*/ 2106040 h 6870074"/>
              <a:gd name="connsiteX18-7447" fmla="*/ 6542445 w 9144000"/>
              <a:gd name="connsiteY18-7448" fmla="*/ 1737498 h 6870074"/>
              <a:gd name="connsiteX19-7449" fmla="*/ 6094701 w 9144000"/>
              <a:gd name="connsiteY19-7450" fmla="*/ 1604868 h 6870074"/>
              <a:gd name="connsiteX20-7451" fmla="*/ 4089666 w 9144000"/>
              <a:gd name="connsiteY20-7452" fmla="*/ 8461 h 6870074"/>
              <a:gd name="connsiteX21-7453" fmla="*/ 3439138 w 9144000"/>
              <a:gd name="connsiteY21-7454" fmla="*/ 669454 h 6870074"/>
              <a:gd name="connsiteX22-7455" fmla="*/ 2763483 w 9144000"/>
              <a:gd name="connsiteY22-7456" fmla="*/ 1336303 h 6870074"/>
              <a:gd name="connsiteX23-7457" fmla="*/ 2677367 w 9144000"/>
              <a:gd name="connsiteY23-7458" fmla="*/ 1342560 h 6870074"/>
              <a:gd name="connsiteX24-7459" fmla="*/ 2599256 w 9144000"/>
              <a:gd name="connsiteY24-7460" fmla="*/ 1497695 h 6870074"/>
              <a:gd name="connsiteX25-7461" fmla="*/ 2448007 w 9144000"/>
              <a:gd name="connsiteY25-7462" fmla="*/ 1648301 h 6870074"/>
              <a:gd name="connsiteX26-7463" fmla="*/ 2377956 w 9144000"/>
              <a:gd name="connsiteY26-7464" fmla="*/ 1587018 h 6870074"/>
              <a:gd name="connsiteX27-7465" fmla="*/ 2449120 w 9144000"/>
              <a:gd name="connsiteY27-7466" fmla="*/ 1342775 h 6870074"/>
              <a:gd name="connsiteX28-7467" fmla="*/ 2244287 w 9144000"/>
              <a:gd name="connsiteY28-7468" fmla="*/ 1335243 h 6870074"/>
              <a:gd name="connsiteX0-7469" fmla="*/ 0 w 9144000"/>
              <a:gd name="connsiteY0-7470" fmla="*/ 0 h 6870074"/>
              <a:gd name="connsiteX1-7471" fmla="*/ 9144000 w 9144000"/>
              <a:gd name="connsiteY1-7472" fmla="*/ 0 h 6870074"/>
              <a:gd name="connsiteX2-7473" fmla="*/ 9144000 w 9144000"/>
              <a:gd name="connsiteY2-7474" fmla="*/ 6867525 h 6870074"/>
              <a:gd name="connsiteX3-7475" fmla="*/ 0 w 9144000"/>
              <a:gd name="connsiteY3-7476" fmla="*/ 6867525 h 6870074"/>
              <a:gd name="connsiteX4-7477" fmla="*/ 0 w 9144000"/>
              <a:gd name="connsiteY4-7478" fmla="*/ 0 h 6870074"/>
              <a:gd name="connsiteX5-7479" fmla="*/ 2244287 w 9144000"/>
              <a:gd name="connsiteY5-7480" fmla="*/ 1335243 h 6870074"/>
              <a:gd name="connsiteX6-7481" fmla="*/ 2094804 w 9144000"/>
              <a:gd name="connsiteY6-7482" fmla="*/ 1714255 h 6870074"/>
              <a:gd name="connsiteX7-7483" fmla="*/ 2179012 w 9144000"/>
              <a:gd name="connsiteY7-7484" fmla="*/ 1913069 h 6870074"/>
              <a:gd name="connsiteX8-7485" fmla="*/ 353912 w 9144000"/>
              <a:gd name="connsiteY8-7486" fmla="*/ 3750823 h 6870074"/>
              <a:gd name="connsiteX9-7487" fmla="*/ 3461398 w 9144000"/>
              <a:gd name="connsiteY9-7488" fmla="*/ 6868730 h 6870074"/>
              <a:gd name="connsiteX10-7489" fmla="*/ 5804956 w 9144000"/>
              <a:gd name="connsiteY10-7490" fmla="*/ 6870074 h 6870074"/>
              <a:gd name="connsiteX11-7491" fmla="*/ 7011705 w 9144000"/>
              <a:gd name="connsiteY11-7492" fmla="*/ 5679300 h 6870074"/>
              <a:gd name="connsiteX12-7493" fmla="*/ 6977768 w 9144000"/>
              <a:gd name="connsiteY12-7494" fmla="*/ 5820903 h 6870074"/>
              <a:gd name="connsiteX13-7495" fmla="*/ 7158440 w 9144000"/>
              <a:gd name="connsiteY13-7496" fmla="*/ 5815526 h 6870074"/>
              <a:gd name="connsiteX14-7497" fmla="*/ 7303012 w 9144000"/>
              <a:gd name="connsiteY14-7498" fmla="*/ 5532340 h 6870074"/>
              <a:gd name="connsiteX15-7499" fmla="*/ 6135658 w 9144000"/>
              <a:gd name="connsiteY15-7500" fmla="*/ 5621091 h 6870074"/>
              <a:gd name="connsiteX16-7501" fmla="*/ 6340790 w 9144000"/>
              <a:gd name="connsiteY16-7502" fmla="*/ 5621091 h 6870074"/>
              <a:gd name="connsiteX17-7503" fmla="*/ 6636319 w 9144000"/>
              <a:gd name="connsiteY17-7504" fmla="*/ 2106040 h 6870074"/>
              <a:gd name="connsiteX18-7505" fmla="*/ 6542445 w 9144000"/>
              <a:gd name="connsiteY18-7506" fmla="*/ 1737498 h 6870074"/>
              <a:gd name="connsiteX19-7507" fmla="*/ 6094701 w 9144000"/>
              <a:gd name="connsiteY19-7508" fmla="*/ 1604868 h 6870074"/>
              <a:gd name="connsiteX20-7509" fmla="*/ 4089666 w 9144000"/>
              <a:gd name="connsiteY20-7510" fmla="*/ 8461 h 6870074"/>
              <a:gd name="connsiteX21-7511" fmla="*/ 3439138 w 9144000"/>
              <a:gd name="connsiteY21-7512" fmla="*/ 669454 h 6870074"/>
              <a:gd name="connsiteX22-7513" fmla="*/ 2763483 w 9144000"/>
              <a:gd name="connsiteY22-7514" fmla="*/ 1336303 h 6870074"/>
              <a:gd name="connsiteX23-7515" fmla="*/ 2677367 w 9144000"/>
              <a:gd name="connsiteY23-7516" fmla="*/ 1342560 h 6870074"/>
              <a:gd name="connsiteX24-7517" fmla="*/ 2599256 w 9144000"/>
              <a:gd name="connsiteY24-7518" fmla="*/ 1497695 h 6870074"/>
              <a:gd name="connsiteX25-7519" fmla="*/ 2448007 w 9144000"/>
              <a:gd name="connsiteY25-7520" fmla="*/ 1648301 h 6870074"/>
              <a:gd name="connsiteX26-7521" fmla="*/ 2377956 w 9144000"/>
              <a:gd name="connsiteY26-7522" fmla="*/ 1587018 h 6870074"/>
              <a:gd name="connsiteX27-7523" fmla="*/ 2449120 w 9144000"/>
              <a:gd name="connsiteY27-7524" fmla="*/ 1342775 h 6870074"/>
              <a:gd name="connsiteX28-7525" fmla="*/ 2244287 w 9144000"/>
              <a:gd name="connsiteY28-7526" fmla="*/ 1335243 h 6870074"/>
              <a:gd name="connsiteX0-7527" fmla="*/ 0 w 9144000"/>
              <a:gd name="connsiteY0-7528" fmla="*/ 0 h 6870074"/>
              <a:gd name="connsiteX1-7529" fmla="*/ 9144000 w 9144000"/>
              <a:gd name="connsiteY1-7530" fmla="*/ 0 h 6870074"/>
              <a:gd name="connsiteX2-7531" fmla="*/ 9144000 w 9144000"/>
              <a:gd name="connsiteY2-7532" fmla="*/ 6867525 h 6870074"/>
              <a:gd name="connsiteX3-7533" fmla="*/ 0 w 9144000"/>
              <a:gd name="connsiteY3-7534" fmla="*/ 6867525 h 6870074"/>
              <a:gd name="connsiteX4-7535" fmla="*/ 0 w 9144000"/>
              <a:gd name="connsiteY4-7536" fmla="*/ 0 h 6870074"/>
              <a:gd name="connsiteX5-7537" fmla="*/ 2244287 w 9144000"/>
              <a:gd name="connsiteY5-7538" fmla="*/ 1335243 h 6870074"/>
              <a:gd name="connsiteX6-7539" fmla="*/ 2094804 w 9144000"/>
              <a:gd name="connsiteY6-7540" fmla="*/ 1714255 h 6870074"/>
              <a:gd name="connsiteX7-7541" fmla="*/ 2179012 w 9144000"/>
              <a:gd name="connsiteY7-7542" fmla="*/ 1913069 h 6870074"/>
              <a:gd name="connsiteX8-7543" fmla="*/ 353912 w 9144000"/>
              <a:gd name="connsiteY8-7544" fmla="*/ 3750823 h 6870074"/>
              <a:gd name="connsiteX9-7545" fmla="*/ 3461398 w 9144000"/>
              <a:gd name="connsiteY9-7546" fmla="*/ 6868730 h 6870074"/>
              <a:gd name="connsiteX10-7547" fmla="*/ 5804956 w 9144000"/>
              <a:gd name="connsiteY10-7548" fmla="*/ 6870074 h 6870074"/>
              <a:gd name="connsiteX11-7549" fmla="*/ 7011705 w 9144000"/>
              <a:gd name="connsiteY11-7550" fmla="*/ 5679300 h 6870074"/>
              <a:gd name="connsiteX12-7551" fmla="*/ 6977768 w 9144000"/>
              <a:gd name="connsiteY12-7552" fmla="*/ 5820903 h 6870074"/>
              <a:gd name="connsiteX13-7553" fmla="*/ 7158440 w 9144000"/>
              <a:gd name="connsiteY13-7554" fmla="*/ 5815526 h 6870074"/>
              <a:gd name="connsiteX14-7555" fmla="*/ 7303012 w 9144000"/>
              <a:gd name="connsiteY14-7556" fmla="*/ 5532340 h 6870074"/>
              <a:gd name="connsiteX15-7557" fmla="*/ 7332825 w 9144000"/>
              <a:gd name="connsiteY15-7558" fmla="*/ 5364031 h 6870074"/>
              <a:gd name="connsiteX16-7559" fmla="*/ 6340790 w 9144000"/>
              <a:gd name="connsiteY16-7560" fmla="*/ 5621091 h 6870074"/>
              <a:gd name="connsiteX17-7561" fmla="*/ 6636319 w 9144000"/>
              <a:gd name="connsiteY17-7562" fmla="*/ 2106040 h 6870074"/>
              <a:gd name="connsiteX18-7563" fmla="*/ 6542445 w 9144000"/>
              <a:gd name="connsiteY18-7564" fmla="*/ 1737498 h 6870074"/>
              <a:gd name="connsiteX19-7565" fmla="*/ 6094701 w 9144000"/>
              <a:gd name="connsiteY19-7566" fmla="*/ 1604868 h 6870074"/>
              <a:gd name="connsiteX20-7567" fmla="*/ 4089666 w 9144000"/>
              <a:gd name="connsiteY20-7568" fmla="*/ 8461 h 6870074"/>
              <a:gd name="connsiteX21-7569" fmla="*/ 3439138 w 9144000"/>
              <a:gd name="connsiteY21-7570" fmla="*/ 669454 h 6870074"/>
              <a:gd name="connsiteX22-7571" fmla="*/ 2763483 w 9144000"/>
              <a:gd name="connsiteY22-7572" fmla="*/ 1336303 h 6870074"/>
              <a:gd name="connsiteX23-7573" fmla="*/ 2677367 w 9144000"/>
              <a:gd name="connsiteY23-7574" fmla="*/ 1342560 h 6870074"/>
              <a:gd name="connsiteX24-7575" fmla="*/ 2599256 w 9144000"/>
              <a:gd name="connsiteY24-7576" fmla="*/ 1497695 h 6870074"/>
              <a:gd name="connsiteX25-7577" fmla="*/ 2448007 w 9144000"/>
              <a:gd name="connsiteY25-7578" fmla="*/ 1648301 h 6870074"/>
              <a:gd name="connsiteX26-7579" fmla="*/ 2377956 w 9144000"/>
              <a:gd name="connsiteY26-7580" fmla="*/ 1587018 h 6870074"/>
              <a:gd name="connsiteX27-7581" fmla="*/ 2449120 w 9144000"/>
              <a:gd name="connsiteY27-7582" fmla="*/ 1342775 h 6870074"/>
              <a:gd name="connsiteX28-7583" fmla="*/ 2244287 w 9144000"/>
              <a:gd name="connsiteY28-7584" fmla="*/ 1335243 h 6870074"/>
              <a:gd name="connsiteX0-7585" fmla="*/ 0 w 9144000"/>
              <a:gd name="connsiteY0-7586" fmla="*/ 0 h 6870074"/>
              <a:gd name="connsiteX1-7587" fmla="*/ 9144000 w 9144000"/>
              <a:gd name="connsiteY1-7588" fmla="*/ 0 h 6870074"/>
              <a:gd name="connsiteX2-7589" fmla="*/ 9144000 w 9144000"/>
              <a:gd name="connsiteY2-7590" fmla="*/ 6867525 h 6870074"/>
              <a:gd name="connsiteX3-7591" fmla="*/ 0 w 9144000"/>
              <a:gd name="connsiteY3-7592" fmla="*/ 6867525 h 6870074"/>
              <a:gd name="connsiteX4-7593" fmla="*/ 0 w 9144000"/>
              <a:gd name="connsiteY4-7594" fmla="*/ 0 h 6870074"/>
              <a:gd name="connsiteX5-7595" fmla="*/ 2244287 w 9144000"/>
              <a:gd name="connsiteY5-7596" fmla="*/ 1335243 h 6870074"/>
              <a:gd name="connsiteX6-7597" fmla="*/ 2094804 w 9144000"/>
              <a:gd name="connsiteY6-7598" fmla="*/ 1714255 h 6870074"/>
              <a:gd name="connsiteX7-7599" fmla="*/ 2179012 w 9144000"/>
              <a:gd name="connsiteY7-7600" fmla="*/ 1913069 h 6870074"/>
              <a:gd name="connsiteX8-7601" fmla="*/ 353912 w 9144000"/>
              <a:gd name="connsiteY8-7602" fmla="*/ 3750823 h 6870074"/>
              <a:gd name="connsiteX9-7603" fmla="*/ 3461398 w 9144000"/>
              <a:gd name="connsiteY9-7604" fmla="*/ 6868730 h 6870074"/>
              <a:gd name="connsiteX10-7605" fmla="*/ 5804956 w 9144000"/>
              <a:gd name="connsiteY10-7606" fmla="*/ 6870074 h 6870074"/>
              <a:gd name="connsiteX11-7607" fmla="*/ 7011705 w 9144000"/>
              <a:gd name="connsiteY11-7608" fmla="*/ 5679300 h 6870074"/>
              <a:gd name="connsiteX12-7609" fmla="*/ 6977768 w 9144000"/>
              <a:gd name="connsiteY12-7610" fmla="*/ 5820903 h 6870074"/>
              <a:gd name="connsiteX13-7611" fmla="*/ 7158440 w 9144000"/>
              <a:gd name="connsiteY13-7612" fmla="*/ 5815526 h 6870074"/>
              <a:gd name="connsiteX14-7613" fmla="*/ 7303012 w 9144000"/>
              <a:gd name="connsiteY14-7614" fmla="*/ 5532340 h 6870074"/>
              <a:gd name="connsiteX15-7615" fmla="*/ 7332825 w 9144000"/>
              <a:gd name="connsiteY15-7616" fmla="*/ 5364031 h 6870074"/>
              <a:gd name="connsiteX16-7617" fmla="*/ 6340790 w 9144000"/>
              <a:gd name="connsiteY16-7618" fmla="*/ 5621091 h 6870074"/>
              <a:gd name="connsiteX17-7619" fmla="*/ 6636319 w 9144000"/>
              <a:gd name="connsiteY17-7620" fmla="*/ 2106040 h 6870074"/>
              <a:gd name="connsiteX18-7621" fmla="*/ 6542445 w 9144000"/>
              <a:gd name="connsiteY18-7622" fmla="*/ 1737498 h 6870074"/>
              <a:gd name="connsiteX19-7623" fmla="*/ 6094701 w 9144000"/>
              <a:gd name="connsiteY19-7624" fmla="*/ 1604868 h 6870074"/>
              <a:gd name="connsiteX20-7625" fmla="*/ 4089666 w 9144000"/>
              <a:gd name="connsiteY20-7626" fmla="*/ 8461 h 6870074"/>
              <a:gd name="connsiteX21-7627" fmla="*/ 3439138 w 9144000"/>
              <a:gd name="connsiteY21-7628" fmla="*/ 669454 h 6870074"/>
              <a:gd name="connsiteX22-7629" fmla="*/ 2763483 w 9144000"/>
              <a:gd name="connsiteY22-7630" fmla="*/ 1336303 h 6870074"/>
              <a:gd name="connsiteX23-7631" fmla="*/ 2677367 w 9144000"/>
              <a:gd name="connsiteY23-7632" fmla="*/ 1342560 h 6870074"/>
              <a:gd name="connsiteX24-7633" fmla="*/ 2599256 w 9144000"/>
              <a:gd name="connsiteY24-7634" fmla="*/ 1497695 h 6870074"/>
              <a:gd name="connsiteX25-7635" fmla="*/ 2448007 w 9144000"/>
              <a:gd name="connsiteY25-7636" fmla="*/ 1648301 h 6870074"/>
              <a:gd name="connsiteX26-7637" fmla="*/ 2377956 w 9144000"/>
              <a:gd name="connsiteY26-7638" fmla="*/ 1587018 h 6870074"/>
              <a:gd name="connsiteX27-7639" fmla="*/ 2449120 w 9144000"/>
              <a:gd name="connsiteY27-7640" fmla="*/ 1342775 h 6870074"/>
              <a:gd name="connsiteX28-7641" fmla="*/ 2244287 w 9144000"/>
              <a:gd name="connsiteY28-7642" fmla="*/ 1335243 h 6870074"/>
              <a:gd name="connsiteX0-7643" fmla="*/ 0 w 9144000"/>
              <a:gd name="connsiteY0-7644" fmla="*/ 0 h 6870074"/>
              <a:gd name="connsiteX1-7645" fmla="*/ 9144000 w 9144000"/>
              <a:gd name="connsiteY1-7646" fmla="*/ 0 h 6870074"/>
              <a:gd name="connsiteX2-7647" fmla="*/ 9144000 w 9144000"/>
              <a:gd name="connsiteY2-7648" fmla="*/ 6867525 h 6870074"/>
              <a:gd name="connsiteX3-7649" fmla="*/ 0 w 9144000"/>
              <a:gd name="connsiteY3-7650" fmla="*/ 6867525 h 6870074"/>
              <a:gd name="connsiteX4-7651" fmla="*/ 0 w 9144000"/>
              <a:gd name="connsiteY4-7652" fmla="*/ 0 h 6870074"/>
              <a:gd name="connsiteX5-7653" fmla="*/ 2244287 w 9144000"/>
              <a:gd name="connsiteY5-7654" fmla="*/ 1335243 h 6870074"/>
              <a:gd name="connsiteX6-7655" fmla="*/ 2094804 w 9144000"/>
              <a:gd name="connsiteY6-7656" fmla="*/ 1714255 h 6870074"/>
              <a:gd name="connsiteX7-7657" fmla="*/ 2179012 w 9144000"/>
              <a:gd name="connsiteY7-7658" fmla="*/ 1913069 h 6870074"/>
              <a:gd name="connsiteX8-7659" fmla="*/ 353912 w 9144000"/>
              <a:gd name="connsiteY8-7660" fmla="*/ 3750823 h 6870074"/>
              <a:gd name="connsiteX9-7661" fmla="*/ 3461398 w 9144000"/>
              <a:gd name="connsiteY9-7662" fmla="*/ 6868730 h 6870074"/>
              <a:gd name="connsiteX10-7663" fmla="*/ 5804956 w 9144000"/>
              <a:gd name="connsiteY10-7664" fmla="*/ 6870074 h 6870074"/>
              <a:gd name="connsiteX11-7665" fmla="*/ 7011705 w 9144000"/>
              <a:gd name="connsiteY11-7666" fmla="*/ 5679300 h 6870074"/>
              <a:gd name="connsiteX12-7667" fmla="*/ 6977768 w 9144000"/>
              <a:gd name="connsiteY12-7668" fmla="*/ 5820903 h 6870074"/>
              <a:gd name="connsiteX13-7669" fmla="*/ 7165784 w 9144000"/>
              <a:gd name="connsiteY13-7670" fmla="*/ 5815526 h 6870074"/>
              <a:gd name="connsiteX14-7671" fmla="*/ 7303012 w 9144000"/>
              <a:gd name="connsiteY14-7672" fmla="*/ 5532340 h 6870074"/>
              <a:gd name="connsiteX15-7673" fmla="*/ 7332825 w 9144000"/>
              <a:gd name="connsiteY15-7674" fmla="*/ 5364031 h 6870074"/>
              <a:gd name="connsiteX16-7675" fmla="*/ 6340790 w 9144000"/>
              <a:gd name="connsiteY16-7676" fmla="*/ 5621091 h 6870074"/>
              <a:gd name="connsiteX17-7677" fmla="*/ 6636319 w 9144000"/>
              <a:gd name="connsiteY17-7678" fmla="*/ 2106040 h 6870074"/>
              <a:gd name="connsiteX18-7679" fmla="*/ 6542445 w 9144000"/>
              <a:gd name="connsiteY18-7680" fmla="*/ 1737498 h 6870074"/>
              <a:gd name="connsiteX19-7681" fmla="*/ 6094701 w 9144000"/>
              <a:gd name="connsiteY19-7682" fmla="*/ 1604868 h 6870074"/>
              <a:gd name="connsiteX20-7683" fmla="*/ 4089666 w 9144000"/>
              <a:gd name="connsiteY20-7684" fmla="*/ 8461 h 6870074"/>
              <a:gd name="connsiteX21-7685" fmla="*/ 3439138 w 9144000"/>
              <a:gd name="connsiteY21-7686" fmla="*/ 669454 h 6870074"/>
              <a:gd name="connsiteX22-7687" fmla="*/ 2763483 w 9144000"/>
              <a:gd name="connsiteY22-7688" fmla="*/ 1336303 h 6870074"/>
              <a:gd name="connsiteX23-7689" fmla="*/ 2677367 w 9144000"/>
              <a:gd name="connsiteY23-7690" fmla="*/ 1342560 h 6870074"/>
              <a:gd name="connsiteX24-7691" fmla="*/ 2599256 w 9144000"/>
              <a:gd name="connsiteY24-7692" fmla="*/ 1497695 h 6870074"/>
              <a:gd name="connsiteX25-7693" fmla="*/ 2448007 w 9144000"/>
              <a:gd name="connsiteY25-7694" fmla="*/ 1648301 h 6870074"/>
              <a:gd name="connsiteX26-7695" fmla="*/ 2377956 w 9144000"/>
              <a:gd name="connsiteY26-7696" fmla="*/ 1587018 h 6870074"/>
              <a:gd name="connsiteX27-7697" fmla="*/ 2449120 w 9144000"/>
              <a:gd name="connsiteY27-7698" fmla="*/ 1342775 h 6870074"/>
              <a:gd name="connsiteX28-7699" fmla="*/ 2244287 w 9144000"/>
              <a:gd name="connsiteY28-7700" fmla="*/ 1335243 h 6870074"/>
              <a:gd name="connsiteX0-7701" fmla="*/ 0 w 9144000"/>
              <a:gd name="connsiteY0-7702" fmla="*/ 0 h 6870074"/>
              <a:gd name="connsiteX1-7703" fmla="*/ 9144000 w 9144000"/>
              <a:gd name="connsiteY1-7704" fmla="*/ 0 h 6870074"/>
              <a:gd name="connsiteX2-7705" fmla="*/ 9144000 w 9144000"/>
              <a:gd name="connsiteY2-7706" fmla="*/ 6867525 h 6870074"/>
              <a:gd name="connsiteX3-7707" fmla="*/ 0 w 9144000"/>
              <a:gd name="connsiteY3-7708" fmla="*/ 6867525 h 6870074"/>
              <a:gd name="connsiteX4-7709" fmla="*/ 0 w 9144000"/>
              <a:gd name="connsiteY4-7710" fmla="*/ 0 h 6870074"/>
              <a:gd name="connsiteX5-7711" fmla="*/ 2244287 w 9144000"/>
              <a:gd name="connsiteY5-7712" fmla="*/ 1335243 h 6870074"/>
              <a:gd name="connsiteX6-7713" fmla="*/ 2094804 w 9144000"/>
              <a:gd name="connsiteY6-7714" fmla="*/ 1714255 h 6870074"/>
              <a:gd name="connsiteX7-7715" fmla="*/ 2179012 w 9144000"/>
              <a:gd name="connsiteY7-7716" fmla="*/ 1913069 h 6870074"/>
              <a:gd name="connsiteX8-7717" fmla="*/ 353912 w 9144000"/>
              <a:gd name="connsiteY8-7718" fmla="*/ 3750823 h 6870074"/>
              <a:gd name="connsiteX9-7719" fmla="*/ 3461398 w 9144000"/>
              <a:gd name="connsiteY9-7720" fmla="*/ 6868730 h 6870074"/>
              <a:gd name="connsiteX10-7721" fmla="*/ 5804956 w 9144000"/>
              <a:gd name="connsiteY10-7722" fmla="*/ 6870074 h 6870074"/>
              <a:gd name="connsiteX11-7723" fmla="*/ 7011705 w 9144000"/>
              <a:gd name="connsiteY11-7724" fmla="*/ 5679300 h 6870074"/>
              <a:gd name="connsiteX12-7725" fmla="*/ 6977768 w 9144000"/>
              <a:gd name="connsiteY12-7726" fmla="*/ 5820903 h 6870074"/>
              <a:gd name="connsiteX13-7727" fmla="*/ 7165784 w 9144000"/>
              <a:gd name="connsiteY13-7728" fmla="*/ 5815526 h 6870074"/>
              <a:gd name="connsiteX14-7729" fmla="*/ 7303012 w 9144000"/>
              <a:gd name="connsiteY14-7730" fmla="*/ 5532340 h 6870074"/>
              <a:gd name="connsiteX15-7731" fmla="*/ 7332825 w 9144000"/>
              <a:gd name="connsiteY15-7732" fmla="*/ 5364031 h 6870074"/>
              <a:gd name="connsiteX16-7733" fmla="*/ 8928602 w 9144000"/>
              <a:gd name="connsiteY16-7734" fmla="*/ 3750456 h 6870074"/>
              <a:gd name="connsiteX17-7735" fmla="*/ 6636319 w 9144000"/>
              <a:gd name="connsiteY17-7736" fmla="*/ 2106040 h 6870074"/>
              <a:gd name="connsiteX18-7737" fmla="*/ 6542445 w 9144000"/>
              <a:gd name="connsiteY18-7738" fmla="*/ 1737498 h 6870074"/>
              <a:gd name="connsiteX19-7739" fmla="*/ 6094701 w 9144000"/>
              <a:gd name="connsiteY19-7740" fmla="*/ 1604868 h 6870074"/>
              <a:gd name="connsiteX20-7741" fmla="*/ 4089666 w 9144000"/>
              <a:gd name="connsiteY20-7742" fmla="*/ 8461 h 6870074"/>
              <a:gd name="connsiteX21-7743" fmla="*/ 3439138 w 9144000"/>
              <a:gd name="connsiteY21-7744" fmla="*/ 669454 h 6870074"/>
              <a:gd name="connsiteX22-7745" fmla="*/ 2763483 w 9144000"/>
              <a:gd name="connsiteY22-7746" fmla="*/ 1336303 h 6870074"/>
              <a:gd name="connsiteX23-7747" fmla="*/ 2677367 w 9144000"/>
              <a:gd name="connsiteY23-7748" fmla="*/ 1342560 h 6870074"/>
              <a:gd name="connsiteX24-7749" fmla="*/ 2599256 w 9144000"/>
              <a:gd name="connsiteY24-7750" fmla="*/ 1497695 h 6870074"/>
              <a:gd name="connsiteX25-7751" fmla="*/ 2448007 w 9144000"/>
              <a:gd name="connsiteY25-7752" fmla="*/ 1648301 h 6870074"/>
              <a:gd name="connsiteX26-7753" fmla="*/ 2377956 w 9144000"/>
              <a:gd name="connsiteY26-7754" fmla="*/ 1587018 h 6870074"/>
              <a:gd name="connsiteX27-7755" fmla="*/ 2449120 w 9144000"/>
              <a:gd name="connsiteY27-7756" fmla="*/ 1342775 h 6870074"/>
              <a:gd name="connsiteX28-7757" fmla="*/ 2244287 w 9144000"/>
              <a:gd name="connsiteY28-7758" fmla="*/ 1335243 h 6870074"/>
              <a:gd name="connsiteX0-7759" fmla="*/ 0 w 9144000"/>
              <a:gd name="connsiteY0-7760" fmla="*/ 0 h 6870074"/>
              <a:gd name="connsiteX1-7761" fmla="*/ 9144000 w 9144000"/>
              <a:gd name="connsiteY1-7762" fmla="*/ 0 h 6870074"/>
              <a:gd name="connsiteX2-7763" fmla="*/ 9144000 w 9144000"/>
              <a:gd name="connsiteY2-7764" fmla="*/ 6867525 h 6870074"/>
              <a:gd name="connsiteX3-7765" fmla="*/ 0 w 9144000"/>
              <a:gd name="connsiteY3-7766" fmla="*/ 6867525 h 6870074"/>
              <a:gd name="connsiteX4-7767" fmla="*/ 0 w 9144000"/>
              <a:gd name="connsiteY4-7768" fmla="*/ 0 h 6870074"/>
              <a:gd name="connsiteX5-7769" fmla="*/ 2244287 w 9144000"/>
              <a:gd name="connsiteY5-7770" fmla="*/ 1335243 h 6870074"/>
              <a:gd name="connsiteX6-7771" fmla="*/ 2094804 w 9144000"/>
              <a:gd name="connsiteY6-7772" fmla="*/ 1714255 h 6870074"/>
              <a:gd name="connsiteX7-7773" fmla="*/ 2179012 w 9144000"/>
              <a:gd name="connsiteY7-7774" fmla="*/ 1913069 h 6870074"/>
              <a:gd name="connsiteX8-7775" fmla="*/ 353912 w 9144000"/>
              <a:gd name="connsiteY8-7776" fmla="*/ 3750823 h 6870074"/>
              <a:gd name="connsiteX9-7777" fmla="*/ 3461398 w 9144000"/>
              <a:gd name="connsiteY9-7778" fmla="*/ 6868730 h 6870074"/>
              <a:gd name="connsiteX10-7779" fmla="*/ 5804956 w 9144000"/>
              <a:gd name="connsiteY10-7780" fmla="*/ 6870074 h 6870074"/>
              <a:gd name="connsiteX11-7781" fmla="*/ 7011705 w 9144000"/>
              <a:gd name="connsiteY11-7782" fmla="*/ 5679300 h 6870074"/>
              <a:gd name="connsiteX12-7783" fmla="*/ 6977768 w 9144000"/>
              <a:gd name="connsiteY12-7784" fmla="*/ 5820903 h 6870074"/>
              <a:gd name="connsiteX13-7785" fmla="*/ 7165784 w 9144000"/>
              <a:gd name="connsiteY13-7786" fmla="*/ 5815526 h 6870074"/>
              <a:gd name="connsiteX14-7787" fmla="*/ 7303012 w 9144000"/>
              <a:gd name="connsiteY14-7788" fmla="*/ 5532340 h 6870074"/>
              <a:gd name="connsiteX15-7789" fmla="*/ 7332825 w 9144000"/>
              <a:gd name="connsiteY15-7790" fmla="*/ 5364031 h 6870074"/>
              <a:gd name="connsiteX16-7791" fmla="*/ 8928602 w 9144000"/>
              <a:gd name="connsiteY16-7792" fmla="*/ 3750456 h 6870074"/>
              <a:gd name="connsiteX17-7793" fmla="*/ 6542445 w 9144000"/>
              <a:gd name="connsiteY17-7794" fmla="*/ 1737498 h 6870074"/>
              <a:gd name="connsiteX18-7795" fmla="*/ 6094701 w 9144000"/>
              <a:gd name="connsiteY18-7796" fmla="*/ 1604868 h 6870074"/>
              <a:gd name="connsiteX19-7797" fmla="*/ 4089666 w 9144000"/>
              <a:gd name="connsiteY19-7798" fmla="*/ 8461 h 6870074"/>
              <a:gd name="connsiteX20-7799" fmla="*/ 3439138 w 9144000"/>
              <a:gd name="connsiteY20-7800" fmla="*/ 669454 h 6870074"/>
              <a:gd name="connsiteX21-7801" fmla="*/ 2763483 w 9144000"/>
              <a:gd name="connsiteY21-7802" fmla="*/ 1336303 h 6870074"/>
              <a:gd name="connsiteX22-7803" fmla="*/ 2677367 w 9144000"/>
              <a:gd name="connsiteY22-7804" fmla="*/ 1342560 h 6870074"/>
              <a:gd name="connsiteX23-7805" fmla="*/ 2599256 w 9144000"/>
              <a:gd name="connsiteY23-7806" fmla="*/ 1497695 h 6870074"/>
              <a:gd name="connsiteX24-7807" fmla="*/ 2448007 w 9144000"/>
              <a:gd name="connsiteY24-7808" fmla="*/ 1648301 h 6870074"/>
              <a:gd name="connsiteX25-7809" fmla="*/ 2377956 w 9144000"/>
              <a:gd name="connsiteY25-7810" fmla="*/ 1587018 h 6870074"/>
              <a:gd name="connsiteX26-7811" fmla="*/ 2449120 w 9144000"/>
              <a:gd name="connsiteY26-7812" fmla="*/ 1342775 h 6870074"/>
              <a:gd name="connsiteX27-7813" fmla="*/ 2244287 w 9144000"/>
              <a:gd name="connsiteY27-7814" fmla="*/ 1335243 h 6870074"/>
              <a:gd name="connsiteX0-7815" fmla="*/ 0 w 9144000"/>
              <a:gd name="connsiteY0-7816" fmla="*/ 0 h 6870074"/>
              <a:gd name="connsiteX1-7817" fmla="*/ 9144000 w 9144000"/>
              <a:gd name="connsiteY1-7818" fmla="*/ 0 h 6870074"/>
              <a:gd name="connsiteX2-7819" fmla="*/ 9144000 w 9144000"/>
              <a:gd name="connsiteY2-7820" fmla="*/ 6867525 h 6870074"/>
              <a:gd name="connsiteX3-7821" fmla="*/ 0 w 9144000"/>
              <a:gd name="connsiteY3-7822" fmla="*/ 6867525 h 6870074"/>
              <a:gd name="connsiteX4-7823" fmla="*/ 0 w 9144000"/>
              <a:gd name="connsiteY4-7824" fmla="*/ 0 h 6870074"/>
              <a:gd name="connsiteX5-7825" fmla="*/ 2244287 w 9144000"/>
              <a:gd name="connsiteY5-7826" fmla="*/ 1335243 h 6870074"/>
              <a:gd name="connsiteX6-7827" fmla="*/ 2094804 w 9144000"/>
              <a:gd name="connsiteY6-7828" fmla="*/ 1714255 h 6870074"/>
              <a:gd name="connsiteX7-7829" fmla="*/ 2179012 w 9144000"/>
              <a:gd name="connsiteY7-7830" fmla="*/ 1913069 h 6870074"/>
              <a:gd name="connsiteX8-7831" fmla="*/ 353912 w 9144000"/>
              <a:gd name="connsiteY8-7832" fmla="*/ 3750823 h 6870074"/>
              <a:gd name="connsiteX9-7833" fmla="*/ 3461398 w 9144000"/>
              <a:gd name="connsiteY9-7834" fmla="*/ 6868730 h 6870074"/>
              <a:gd name="connsiteX10-7835" fmla="*/ 5804956 w 9144000"/>
              <a:gd name="connsiteY10-7836" fmla="*/ 6870074 h 6870074"/>
              <a:gd name="connsiteX11-7837" fmla="*/ 7011705 w 9144000"/>
              <a:gd name="connsiteY11-7838" fmla="*/ 5679300 h 6870074"/>
              <a:gd name="connsiteX12-7839" fmla="*/ 6977768 w 9144000"/>
              <a:gd name="connsiteY12-7840" fmla="*/ 5820903 h 6870074"/>
              <a:gd name="connsiteX13-7841" fmla="*/ 7165784 w 9144000"/>
              <a:gd name="connsiteY13-7842" fmla="*/ 5815526 h 6870074"/>
              <a:gd name="connsiteX14-7843" fmla="*/ 7303012 w 9144000"/>
              <a:gd name="connsiteY14-7844" fmla="*/ 5532340 h 6870074"/>
              <a:gd name="connsiteX15-7845" fmla="*/ 7332825 w 9144000"/>
              <a:gd name="connsiteY15-7846" fmla="*/ 5364031 h 6870074"/>
              <a:gd name="connsiteX16-7847" fmla="*/ 8928602 w 9144000"/>
              <a:gd name="connsiteY16-7848" fmla="*/ 3750456 h 6870074"/>
              <a:gd name="connsiteX17-7849" fmla="*/ 6094701 w 9144000"/>
              <a:gd name="connsiteY17-7850" fmla="*/ 1604868 h 6870074"/>
              <a:gd name="connsiteX18-7851" fmla="*/ 4089666 w 9144000"/>
              <a:gd name="connsiteY18-7852" fmla="*/ 8461 h 6870074"/>
              <a:gd name="connsiteX19-7853" fmla="*/ 3439138 w 9144000"/>
              <a:gd name="connsiteY19-7854" fmla="*/ 669454 h 6870074"/>
              <a:gd name="connsiteX20-7855" fmla="*/ 2763483 w 9144000"/>
              <a:gd name="connsiteY20-7856" fmla="*/ 1336303 h 6870074"/>
              <a:gd name="connsiteX21-7857" fmla="*/ 2677367 w 9144000"/>
              <a:gd name="connsiteY21-7858" fmla="*/ 1342560 h 6870074"/>
              <a:gd name="connsiteX22-7859" fmla="*/ 2599256 w 9144000"/>
              <a:gd name="connsiteY22-7860" fmla="*/ 1497695 h 6870074"/>
              <a:gd name="connsiteX23-7861" fmla="*/ 2448007 w 9144000"/>
              <a:gd name="connsiteY23-7862" fmla="*/ 1648301 h 6870074"/>
              <a:gd name="connsiteX24-7863" fmla="*/ 2377956 w 9144000"/>
              <a:gd name="connsiteY24-7864" fmla="*/ 1587018 h 6870074"/>
              <a:gd name="connsiteX25-7865" fmla="*/ 2449120 w 9144000"/>
              <a:gd name="connsiteY25-7866" fmla="*/ 1342775 h 6870074"/>
              <a:gd name="connsiteX26-7867" fmla="*/ 2244287 w 9144000"/>
              <a:gd name="connsiteY26-7868" fmla="*/ 1335243 h 6870074"/>
              <a:gd name="connsiteX0-7869" fmla="*/ 0 w 9144000"/>
              <a:gd name="connsiteY0-7870" fmla="*/ 0 h 6870074"/>
              <a:gd name="connsiteX1-7871" fmla="*/ 9144000 w 9144000"/>
              <a:gd name="connsiteY1-7872" fmla="*/ 0 h 6870074"/>
              <a:gd name="connsiteX2-7873" fmla="*/ 9144000 w 9144000"/>
              <a:gd name="connsiteY2-7874" fmla="*/ 6867525 h 6870074"/>
              <a:gd name="connsiteX3-7875" fmla="*/ 0 w 9144000"/>
              <a:gd name="connsiteY3-7876" fmla="*/ 6867525 h 6870074"/>
              <a:gd name="connsiteX4-7877" fmla="*/ 0 w 9144000"/>
              <a:gd name="connsiteY4-7878" fmla="*/ 0 h 6870074"/>
              <a:gd name="connsiteX5-7879" fmla="*/ 2244287 w 9144000"/>
              <a:gd name="connsiteY5-7880" fmla="*/ 1335243 h 6870074"/>
              <a:gd name="connsiteX6-7881" fmla="*/ 2094804 w 9144000"/>
              <a:gd name="connsiteY6-7882" fmla="*/ 1714255 h 6870074"/>
              <a:gd name="connsiteX7-7883" fmla="*/ 2179012 w 9144000"/>
              <a:gd name="connsiteY7-7884" fmla="*/ 1913069 h 6870074"/>
              <a:gd name="connsiteX8-7885" fmla="*/ 353912 w 9144000"/>
              <a:gd name="connsiteY8-7886" fmla="*/ 3750823 h 6870074"/>
              <a:gd name="connsiteX9-7887" fmla="*/ 3461398 w 9144000"/>
              <a:gd name="connsiteY9-7888" fmla="*/ 6868730 h 6870074"/>
              <a:gd name="connsiteX10-7889" fmla="*/ 5804956 w 9144000"/>
              <a:gd name="connsiteY10-7890" fmla="*/ 6870074 h 6870074"/>
              <a:gd name="connsiteX11-7891" fmla="*/ 7011705 w 9144000"/>
              <a:gd name="connsiteY11-7892" fmla="*/ 5679300 h 6870074"/>
              <a:gd name="connsiteX12-7893" fmla="*/ 6977768 w 9144000"/>
              <a:gd name="connsiteY12-7894" fmla="*/ 5820903 h 6870074"/>
              <a:gd name="connsiteX13-7895" fmla="*/ 7165784 w 9144000"/>
              <a:gd name="connsiteY13-7896" fmla="*/ 5815526 h 6870074"/>
              <a:gd name="connsiteX14-7897" fmla="*/ 7303012 w 9144000"/>
              <a:gd name="connsiteY14-7898" fmla="*/ 5532340 h 6870074"/>
              <a:gd name="connsiteX15-7899" fmla="*/ 7332825 w 9144000"/>
              <a:gd name="connsiteY15-7900" fmla="*/ 5364031 h 6870074"/>
              <a:gd name="connsiteX16-7901" fmla="*/ 8928602 w 9144000"/>
              <a:gd name="connsiteY16-7902" fmla="*/ 3750456 h 6870074"/>
              <a:gd name="connsiteX17-7903" fmla="*/ 5234089 w 9144000"/>
              <a:gd name="connsiteY17-7904" fmla="*/ 9150 h 6870074"/>
              <a:gd name="connsiteX18-7905" fmla="*/ 4089666 w 9144000"/>
              <a:gd name="connsiteY18-7906" fmla="*/ 8461 h 6870074"/>
              <a:gd name="connsiteX19-7907" fmla="*/ 3439138 w 9144000"/>
              <a:gd name="connsiteY19-7908" fmla="*/ 669454 h 6870074"/>
              <a:gd name="connsiteX20-7909" fmla="*/ 2763483 w 9144000"/>
              <a:gd name="connsiteY20-7910" fmla="*/ 1336303 h 6870074"/>
              <a:gd name="connsiteX21-7911" fmla="*/ 2677367 w 9144000"/>
              <a:gd name="connsiteY21-7912" fmla="*/ 1342560 h 6870074"/>
              <a:gd name="connsiteX22-7913" fmla="*/ 2599256 w 9144000"/>
              <a:gd name="connsiteY22-7914" fmla="*/ 1497695 h 6870074"/>
              <a:gd name="connsiteX23-7915" fmla="*/ 2448007 w 9144000"/>
              <a:gd name="connsiteY23-7916" fmla="*/ 1648301 h 6870074"/>
              <a:gd name="connsiteX24-7917" fmla="*/ 2377956 w 9144000"/>
              <a:gd name="connsiteY24-7918" fmla="*/ 1587018 h 6870074"/>
              <a:gd name="connsiteX25-7919" fmla="*/ 2449120 w 9144000"/>
              <a:gd name="connsiteY25-7920" fmla="*/ 1342775 h 6870074"/>
              <a:gd name="connsiteX26-7921" fmla="*/ 2244287 w 9144000"/>
              <a:gd name="connsiteY26-7922" fmla="*/ 1335243 h 6870074"/>
              <a:gd name="connsiteX0-7923" fmla="*/ 0 w 9144000"/>
              <a:gd name="connsiteY0-7924" fmla="*/ 0 h 6870074"/>
              <a:gd name="connsiteX1-7925" fmla="*/ 9144000 w 9144000"/>
              <a:gd name="connsiteY1-7926" fmla="*/ 0 h 6870074"/>
              <a:gd name="connsiteX2-7927" fmla="*/ 9144000 w 9144000"/>
              <a:gd name="connsiteY2-7928" fmla="*/ 6867525 h 6870074"/>
              <a:gd name="connsiteX3-7929" fmla="*/ 0 w 9144000"/>
              <a:gd name="connsiteY3-7930" fmla="*/ 6867525 h 6870074"/>
              <a:gd name="connsiteX4-7931" fmla="*/ 0 w 9144000"/>
              <a:gd name="connsiteY4-7932" fmla="*/ 0 h 6870074"/>
              <a:gd name="connsiteX5-7933" fmla="*/ 2244287 w 9144000"/>
              <a:gd name="connsiteY5-7934" fmla="*/ 1335243 h 6870074"/>
              <a:gd name="connsiteX6-7935" fmla="*/ 2094804 w 9144000"/>
              <a:gd name="connsiteY6-7936" fmla="*/ 1714255 h 6870074"/>
              <a:gd name="connsiteX7-7937" fmla="*/ 2179012 w 9144000"/>
              <a:gd name="connsiteY7-7938" fmla="*/ 1913069 h 6870074"/>
              <a:gd name="connsiteX8-7939" fmla="*/ 353912 w 9144000"/>
              <a:gd name="connsiteY8-7940" fmla="*/ 3750823 h 6870074"/>
              <a:gd name="connsiteX9-7941" fmla="*/ 3461398 w 9144000"/>
              <a:gd name="connsiteY9-7942" fmla="*/ 6868730 h 6870074"/>
              <a:gd name="connsiteX10-7943" fmla="*/ 5804956 w 9144000"/>
              <a:gd name="connsiteY10-7944" fmla="*/ 6870074 h 6870074"/>
              <a:gd name="connsiteX11-7945" fmla="*/ 7011705 w 9144000"/>
              <a:gd name="connsiteY11-7946" fmla="*/ 5679300 h 6870074"/>
              <a:gd name="connsiteX12-7947" fmla="*/ 6977768 w 9144000"/>
              <a:gd name="connsiteY12-7948" fmla="*/ 5820903 h 6870074"/>
              <a:gd name="connsiteX13-7949" fmla="*/ 7165784 w 9144000"/>
              <a:gd name="connsiteY13-7950" fmla="*/ 5815526 h 6870074"/>
              <a:gd name="connsiteX14-7951" fmla="*/ 7303012 w 9144000"/>
              <a:gd name="connsiteY14-7952" fmla="*/ 5532340 h 6870074"/>
              <a:gd name="connsiteX15-7953" fmla="*/ 7332825 w 9144000"/>
              <a:gd name="connsiteY15-7954" fmla="*/ 5364031 h 6870074"/>
              <a:gd name="connsiteX16-7955" fmla="*/ 8928602 w 9144000"/>
              <a:gd name="connsiteY16-7956" fmla="*/ 3750456 h 6870074"/>
              <a:gd name="connsiteX17-7957" fmla="*/ 5234089 w 9144000"/>
              <a:gd name="connsiteY17-7958" fmla="*/ 9150 h 6870074"/>
              <a:gd name="connsiteX18-7959" fmla="*/ 4089666 w 9144000"/>
              <a:gd name="connsiteY18-7960" fmla="*/ 8461 h 6870074"/>
              <a:gd name="connsiteX19-7961" fmla="*/ 3439138 w 9144000"/>
              <a:gd name="connsiteY19-7962" fmla="*/ 669454 h 6870074"/>
              <a:gd name="connsiteX20-7963" fmla="*/ 2763483 w 9144000"/>
              <a:gd name="connsiteY20-7964" fmla="*/ 1336303 h 6870074"/>
              <a:gd name="connsiteX21-7965" fmla="*/ 2677367 w 9144000"/>
              <a:gd name="connsiteY21-7966" fmla="*/ 1342560 h 6870074"/>
              <a:gd name="connsiteX22-7967" fmla="*/ 2599256 w 9144000"/>
              <a:gd name="connsiteY22-7968" fmla="*/ 1497695 h 6870074"/>
              <a:gd name="connsiteX23-7969" fmla="*/ 2448007 w 9144000"/>
              <a:gd name="connsiteY23-7970" fmla="*/ 1648301 h 6870074"/>
              <a:gd name="connsiteX24-7971" fmla="*/ 2377956 w 9144000"/>
              <a:gd name="connsiteY24-7972" fmla="*/ 1587018 h 6870074"/>
              <a:gd name="connsiteX25-7973" fmla="*/ 2449120 w 9144000"/>
              <a:gd name="connsiteY25-7974" fmla="*/ 1342775 h 6870074"/>
              <a:gd name="connsiteX26-7975" fmla="*/ 2244287 w 9144000"/>
              <a:gd name="connsiteY26-7976" fmla="*/ 1335243 h 6870074"/>
              <a:gd name="connsiteX0-7977" fmla="*/ 0 w 9144000"/>
              <a:gd name="connsiteY0-7978" fmla="*/ 0 h 6870074"/>
              <a:gd name="connsiteX1-7979" fmla="*/ 9144000 w 9144000"/>
              <a:gd name="connsiteY1-7980" fmla="*/ 0 h 6870074"/>
              <a:gd name="connsiteX2-7981" fmla="*/ 9144000 w 9144000"/>
              <a:gd name="connsiteY2-7982" fmla="*/ 6867525 h 6870074"/>
              <a:gd name="connsiteX3-7983" fmla="*/ 0 w 9144000"/>
              <a:gd name="connsiteY3-7984" fmla="*/ 6867525 h 6870074"/>
              <a:gd name="connsiteX4-7985" fmla="*/ 0 w 9144000"/>
              <a:gd name="connsiteY4-7986" fmla="*/ 0 h 6870074"/>
              <a:gd name="connsiteX5-7987" fmla="*/ 2244287 w 9144000"/>
              <a:gd name="connsiteY5-7988" fmla="*/ 1335243 h 6870074"/>
              <a:gd name="connsiteX6-7989" fmla="*/ 2094804 w 9144000"/>
              <a:gd name="connsiteY6-7990" fmla="*/ 1714255 h 6870074"/>
              <a:gd name="connsiteX7-7991" fmla="*/ 2179012 w 9144000"/>
              <a:gd name="connsiteY7-7992" fmla="*/ 1913069 h 6870074"/>
              <a:gd name="connsiteX8-7993" fmla="*/ 353912 w 9144000"/>
              <a:gd name="connsiteY8-7994" fmla="*/ 3750823 h 6870074"/>
              <a:gd name="connsiteX9-7995" fmla="*/ 3461398 w 9144000"/>
              <a:gd name="connsiteY9-7996" fmla="*/ 6868730 h 6870074"/>
              <a:gd name="connsiteX10-7997" fmla="*/ 5804956 w 9144000"/>
              <a:gd name="connsiteY10-7998" fmla="*/ 6870074 h 6870074"/>
              <a:gd name="connsiteX11-7999" fmla="*/ 7011705 w 9144000"/>
              <a:gd name="connsiteY11-8000" fmla="*/ 5679300 h 6870074"/>
              <a:gd name="connsiteX12-8001" fmla="*/ 6977768 w 9144000"/>
              <a:gd name="connsiteY12-8002" fmla="*/ 5820903 h 6870074"/>
              <a:gd name="connsiteX13-8003" fmla="*/ 7165784 w 9144000"/>
              <a:gd name="connsiteY13-8004" fmla="*/ 5815526 h 6870074"/>
              <a:gd name="connsiteX14-8005" fmla="*/ 7303012 w 9144000"/>
              <a:gd name="connsiteY14-8006" fmla="*/ 5532340 h 6870074"/>
              <a:gd name="connsiteX15-8007" fmla="*/ 7332825 w 9144000"/>
              <a:gd name="connsiteY15-8008" fmla="*/ 5364031 h 6870074"/>
              <a:gd name="connsiteX16-8009" fmla="*/ 8928602 w 9144000"/>
              <a:gd name="connsiteY16-8010" fmla="*/ 3750456 h 6870074"/>
              <a:gd name="connsiteX17-8011" fmla="*/ 5234089 w 9144000"/>
              <a:gd name="connsiteY17-8012" fmla="*/ 9150 h 6870074"/>
              <a:gd name="connsiteX18-8013" fmla="*/ 4089666 w 9144000"/>
              <a:gd name="connsiteY18-8014" fmla="*/ 8461 h 6870074"/>
              <a:gd name="connsiteX19-8015" fmla="*/ 3439138 w 9144000"/>
              <a:gd name="connsiteY19-8016" fmla="*/ 669454 h 6870074"/>
              <a:gd name="connsiteX20-8017" fmla="*/ 2763483 w 9144000"/>
              <a:gd name="connsiteY20-8018" fmla="*/ 1336303 h 6870074"/>
              <a:gd name="connsiteX21-8019" fmla="*/ 2677367 w 9144000"/>
              <a:gd name="connsiteY21-8020" fmla="*/ 1342560 h 6870074"/>
              <a:gd name="connsiteX22-8021" fmla="*/ 2599256 w 9144000"/>
              <a:gd name="connsiteY22-8022" fmla="*/ 1497695 h 6870074"/>
              <a:gd name="connsiteX23-8023" fmla="*/ 2448007 w 9144000"/>
              <a:gd name="connsiteY23-8024" fmla="*/ 1648301 h 6870074"/>
              <a:gd name="connsiteX24-8025" fmla="*/ 2377956 w 9144000"/>
              <a:gd name="connsiteY24-8026" fmla="*/ 1587018 h 6870074"/>
              <a:gd name="connsiteX25-8027" fmla="*/ 2449120 w 9144000"/>
              <a:gd name="connsiteY25-8028" fmla="*/ 1342775 h 6870074"/>
              <a:gd name="connsiteX26-8029" fmla="*/ 2244287 w 9144000"/>
              <a:gd name="connsiteY26-8030" fmla="*/ 1335243 h 6870074"/>
              <a:gd name="connsiteX0-8031" fmla="*/ 0 w 9144000"/>
              <a:gd name="connsiteY0-8032" fmla="*/ 0 h 6870074"/>
              <a:gd name="connsiteX1-8033" fmla="*/ 9144000 w 9144000"/>
              <a:gd name="connsiteY1-8034" fmla="*/ 0 h 6870074"/>
              <a:gd name="connsiteX2-8035" fmla="*/ 9144000 w 9144000"/>
              <a:gd name="connsiteY2-8036" fmla="*/ 6867525 h 6870074"/>
              <a:gd name="connsiteX3-8037" fmla="*/ 0 w 9144000"/>
              <a:gd name="connsiteY3-8038" fmla="*/ 6867525 h 6870074"/>
              <a:gd name="connsiteX4-8039" fmla="*/ 0 w 9144000"/>
              <a:gd name="connsiteY4-8040" fmla="*/ 0 h 6870074"/>
              <a:gd name="connsiteX5-8041" fmla="*/ 2244287 w 9144000"/>
              <a:gd name="connsiteY5-8042" fmla="*/ 1335243 h 6870074"/>
              <a:gd name="connsiteX6-8043" fmla="*/ 2094804 w 9144000"/>
              <a:gd name="connsiteY6-8044" fmla="*/ 1714255 h 6870074"/>
              <a:gd name="connsiteX7-8045" fmla="*/ 2179012 w 9144000"/>
              <a:gd name="connsiteY7-8046" fmla="*/ 1913069 h 6870074"/>
              <a:gd name="connsiteX8-8047" fmla="*/ 353912 w 9144000"/>
              <a:gd name="connsiteY8-8048" fmla="*/ 3750823 h 6870074"/>
              <a:gd name="connsiteX9-8049" fmla="*/ 3461398 w 9144000"/>
              <a:gd name="connsiteY9-8050" fmla="*/ 6868730 h 6870074"/>
              <a:gd name="connsiteX10-8051" fmla="*/ 5804956 w 9144000"/>
              <a:gd name="connsiteY10-8052" fmla="*/ 6870074 h 6870074"/>
              <a:gd name="connsiteX11-8053" fmla="*/ 7011705 w 9144000"/>
              <a:gd name="connsiteY11-8054" fmla="*/ 5679300 h 6870074"/>
              <a:gd name="connsiteX12-8055" fmla="*/ 6977768 w 9144000"/>
              <a:gd name="connsiteY12-8056" fmla="*/ 5820903 h 6870074"/>
              <a:gd name="connsiteX13-8057" fmla="*/ 7165784 w 9144000"/>
              <a:gd name="connsiteY13-8058" fmla="*/ 5815526 h 6870074"/>
              <a:gd name="connsiteX14-8059" fmla="*/ 7303012 w 9144000"/>
              <a:gd name="connsiteY14-8060" fmla="*/ 5532340 h 6870074"/>
              <a:gd name="connsiteX15-8061" fmla="*/ 7332825 w 9144000"/>
              <a:gd name="connsiteY15-8062" fmla="*/ 5364031 h 6870074"/>
              <a:gd name="connsiteX16-8063" fmla="*/ 8928602 w 9144000"/>
              <a:gd name="connsiteY16-8064" fmla="*/ 3750456 h 6870074"/>
              <a:gd name="connsiteX17-8065" fmla="*/ 5234089 w 9144000"/>
              <a:gd name="connsiteY17-8066" fmla="*/ 9150 h 6870074"/>
              <a:gd name="connsiteX18-8067" fmla="*/ 4089666 w 9144000"/>
              <a:gd name="connsiteY18-8068" fmla="*/ 8461 h 6870074"/>
              <a:gd name="connsiteX19-8069" fmla="*/ 3439138 w 9144000"/>
              <a:gd name="connsiteY19-8070" fmla="*/ 669454 h 6870074"/>
              <a:gd name="connsiteX20-8071" fmla="*/ 2763483 w 9144000"/>
              <a:gd name="connsiteY20-8072" fmla="*/ 1336303 h 6870074"/>
              <a:gd name="connsiteX21-8073" fmla="*/ 2677367 w 9144000"/>
              <a:gd name="connsiteY21-8074" fmla="*/ 1342560 h 6870074"/>
              <a:gd name="connsiteX22-8075" fmla="*/ 2599256 w 9144000"/>
              <a:gd name="connsiteY22-8076" fmla="*/ 1497695 h 6870074"/>
              <a:gd name="connsiteX23-8077" fmla="*/ 2448007 w 9144000"/>
              <a:gd name="connsiteY23-8078" fmla="*/ 1648301 h 6870074"/>
              <a:gd name="connsiteX24-8079" fmla="*/ 2377956 w 9144000"/>
              <a:gd name="connsiteY24-8080" fmla="*/ 1587018 h 6870074"/>
              <a:gd name="connsiteX25-8081" fmla="*/ 2449120 w 9144000"/>
              <a:gd name="connsiteY25-8082" fmla="*/ 1342775 h 6870074"/>
              <a:gd name="connsiteX26-8083" fmla="*/ 2244287 w 9144000"/>
              <a:gd name="connsiteY26-8084" fmla="*/ 1335243 h 687007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141" y="connsiteY10-142"/>
              </a:cxn>
              <a:cxn ang="0">
                <a:pos x="connsiteX11-275" y="connsiteY11-276"/>
              </a:cxn>
              <a:cxn ang="0">
                <a:pos x="connsiteX12-445" y="connsiteY12-446"/>
              </a:cxn>
              <a:cxn ang="0">
                <a:pos x="connsiteX13-499" y="connsiteY13-500"/>
              </a:cxn>
              <a:cxn ang="0">
                <a:pos x="connsiteX14-529" y="connsiteY14-530"/>
              </a:cxn>
              <a:cxn ang="0">
                <a:pos x="connsiteX15-591" y="connsiteY15-592"/>
              </a:cxn>
              <a:cxn ang="0">
                <a:pos x="connsiteX16-657" y="connsiteY16-658"/>
              </a:cxn>
              <a:cxn ang="0">
                <a:pos x="connsiteX17-727" y="connsiteY17-728"/>
              </a:cxn>
              <a:cxn ang="0">
                <a:pos x="connsiteX18-837" y="connsiteY18-838"/>
              </a:cxn>
              <a:cxn ang="0">
                <a:pos x="connsiteX19-991" y="connsiteY19-992"/>
              </a:cxn>
              <a:cxn ang="0">
                <a:pos x="connsiteX20-1273" y="connsiteY20-1274"/>
              </a:cxn>
              <a:cxn ang="0">
                <a:pos x="connsiteX21-1401" y="connsiteY21-1402"/>
              </a:cxn>
              <a:cxn ang="0">
                <a:pos x="connsiteX22-1667" y="connsiteY22-1668"/>
              </a:cxn>
              <a:cxn ang="0">
                <a:pos x="connsiteX23-1761" y="connsiteY23-1762"/>
              </a:cxn>
              <a:cxn ang="0">
                <a:pos x="connsiteX24-1907" y="connsiteY24-1908"/>
              </a:cxn>
              <a:cxn ang="0">
                <a:pos x="connsiteX25-2059" y="connsiteY25-2060"/>
              </a:cxn>
              <a:cxn ang="0">
                <a:pos x="connsiteX26-2113" y="connsiteY26-2114"/>
              </a:cxn>
            </a:cxnLst>
            <a:rect l="l" t="t" r="r" b="b"/>
            <a:pathLst>
              <a:path w="9144000" h="6870074">
                <a:moveTo>
                  <a:pt x="0" y="0"/>
                </a:moveTo>
                <a:lnTo>
                  <a:pt x="9144000" y="0"/>
                </a:lnTo>
                <a:lnTo>
                  <a:pt x="9144000" y="6867525"/>
                </a:lnTo>
                <a:lnTo>
                  <a:pt x="0" y="6867525"/>
                </a:lnTo>
                <a:lnTo>
                  <a:pt x="0" y="0"/>
                </a:lnTo>
                <a:close/>
                <a:moveTo>
                  <a:pt x="2244287" y="1335243"/>
                </a:moveTo>
                <a:cubicBezTo>
                  <a:pt x="2165711" y="1512062"/>
                  <a:pt x="2130994" y="1575681"/>
                  <a:pt x="2094804" y="1714255"/>
                </a:cubicBezTo>
                <a:cubicBezTo>
                  <a:pt x="2051924" y="1779156"/>
                  <a:pt x="2115298" y="1892834"/>
                  <a:pt x="2179012" y="1913069"/>
                </a:cubicBezTo>
                <a:cubicBezTo>
                  <a:pt x="1132397" y="2987103"/>
                  <a:pt x="1198574" y="2906792"/>
                  <a:pt x="353912" y="3750823"/>
                </a:cubicBezTo>
                <a:cubicBezTo>
                  <a:pt x="1547726" y="5015386"/>
                  <a:pt x="2995986" y="6374567"/>
                  <a:pt x="3461398" y="6868730"/>
                </a:cubicBezTo>
                <a:lnTo>
                  <a:pt x="5804956" y="6870074"/>
                </a:lnTo>
                <a:cubicBezTo>
                  <a:pt x="6206679" y="6478027"/>
                  <a:pt x="6722177" y="5962158"/>
                  <a:pt x="7011705" y="5679300"/>
                </a:cubicBezTo>
                <a:cubicBezTo>
                  <a:pt x="7017409" y="5668548"/>
                  <a:pt x="6986346" y="5748500"/>
                  <a:pt x="6977768" y="5820903"/>
                </a:cubicBezTo>
                <a:lnTo>
                  <a:pt x="7165784" y="5815526"/>
                </a:lnTo>
                <a:lnTo>
                  <a:pt x="7303012" y="5532340"/>
                </a:lnTo>
                <a:cubicBezTo>
                  <a:pt x="7312950" y="5476237"/>
                  <a:pt x="7352265" y="5427478"/>
                  <a:pt x="7332825" y="5364031"/>
                </a:cubicBezTo>
                <a:lnTo>
                  <a:pt x="8928602" y="3750456"/>
                </a:lnTo>
                <a:cubicBezTo>
                  <a:pt x="7700271" y="2460540"/>
                  <a:pt x="6375260" y="1122887"/>
                  <a:pt x="5234089" y="9150"/>
                </a:cubicBezTo>
                <a:lnTo>
                  <a:pt x="4089666" y="8461"/>
                </a:lnTo>
                <a:cubicBezTo>
                  <a:pt x="3881573" y="230250"/>
                  <a:pt x="3690982" y="417039"/>
                  <a:pt x="3439138" y="669454"/>
                </a:cubicBezTo>
                <a:lnTo>
                  <a:pt x="2763483" y="1336303"/>
                </a:lnTo>
                <a:lnTo>
                  <a:pt x="2677367" y="1342560"/>
                </a:lnTo>
                <a:lnTo>
                  <a:pt x="2599256" y="1497695"/>
                </a:lnTo>
                <a:cubicBezTo>
                  <a:pt x="2591870" y="1507257"/>
                  <a:pt x="2562969" y="1552678"/>
                  <a:pt x="2448007" y="1648301"/>
                </a:cubicBezTo>
                <a:cubicBezTo>
                  <a:pt x="2416289" y="1630264"/>
                  <a:pt x="2452704" y="1651672"/>
                  <a:pt x="2377956" y="1587018"/>
                </a:cubicBezTo>
                <a:cubicBezTo>
                  <a:pt x="2398782" y="1504839"/>
                  <a:pt x="2424186" y="1425129"/>
                  <a:pt x="2449120" y="1342775"/>
                </a:cubicBezTo>
                <a:cubicBezTo>
                  <a:pt x="2438298" y="1332846"/>
                  <a:pt x="2346549" y="1341196"/>
                  <a:pt x="2244287" y="1335243"/>
                </a:cubicBezTo>
                <a:close/>
              </a:path>
            </a:pathLst>
          </a:custGeom>
        </p:spPr>
        <p:txBody>
          <a:bodyPr/>
          <a:lstStyle>
            <a:lvl1pPr>
              <a:defRPr/>
            </a:lvl1pPr>
          </a:lstStyle>
          <a:p>
            <a:r>
              <a:rPr lang="es-ES" dirty="0"/>
              <a:t>Imagen aquí</a:t>
            </a:r>
            <a:endParaRPr lang="es-MX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2933699" y="2230520"/>
            <a:ext cx="3276600" cy="2389982"/>
          </a:xfrm>
        </p:spPr>
        <p:txBody>
          <a:bodyPr>
            <a:normAutofit/>
          </a:bodyPr>
          <a:lstStyle>
            <a:lvl1pPr algn="ctr">
              <a:defRPr sz="28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er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" y="0"/>
            <a:ext cx="9141562" cy="6858000"/>
          </a:xfrm>
          <a:prstGeom prst="rect">
            <a:avLst/>
          </a:prstGeom>
        </p:spPr>
      </p:pic>
      <p:sp>
        <p:nvSpPr>
          <p:cNvPr id="10" name="Marcador de texto 13"/>
          <p:cNvSpPr>
            <a:spLocks noGrp="1"/>
          </p:cNvSpPr>
          <p:nvPr>
            <p:ph type="body" sz="quarter" idx="15" hasCustomPrompt="1"/>
          </p:nvPr>
        </p:nvSpPr>
        <p:spPr>
          <a:xfrm>
            <a:off x="1191124" y="3015915"/>
            <a:ext cx="6761750" cy="11049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5400">
                <a:solidFill>
                  <a:srgbClr val="264396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es-ES" dirty="0"/>
              <a:t>¡GRACIAS!</a:t>
            </a:r>
            <a:endParaRPr lang="es-MX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75B63D-E972-45BF-A693-820FC9EC888F}" type="datetimeFigureOut">
              <a:rPr lang="es-MX" smtClean="0"/>
              <a:t>05/10/2026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181F41-F723-4400-B87F-3A7D3AC75E05}" type="slidenum">
              <a:rPr lang="es-MX" smtClean="0"/>
              <a:t>‹Nº›</a:t>
            </a:fld>
            <a:endParaRPr lang="es-MX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5.png"/><Relationship Id="rId5" Type="http://schemas.openxmlformats.org/officeDocument/2006/relationships/image" Target="../media/image1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hyperlink" Target="https://www.omg.org/spec/UML/2.5.1/PDF" TargetMode="External"/><Relationship Id="rId3" Type="http://schemas.openxmlformats.org/officeDocument/2006/relationships/hyperlink" Target="https://www.nasa.gov/reference/appendix-c-how-to-write-a-good-requirement/" TargetMode="External"/><Relationship Id="rId4" Type="http://schemas.openxmlformats.org/officeDocument/2006/relationships/hyperlink" Target="https://swehb.nasa.gov/spaces/7150/pages/16449740/SWE-109%2B-%2BSoftware%2BRequirements%2BSpecification" TargetMode="External"/><Relationship Id="rId5" Type="http://schemas.openxmlformats.org/officeDocument/2006/relationships/hyperlink" Target="https://uat.store.wiley.com/en-us/systems-analysis-and-design-8th-edition-p-9781119803799R150" TargetMode="External"/><Relationship Id="rId6" Type="http://schemas.openxmlformats.org/officeDocument/2006/relationships/hyperlink" Target="https://www.informit.com/store/object-oriented-software-engineering-using-uml-patterns-9780133002096" TargetMode="External"/><Relationship Id="rId7" Type="http://schemas.openxmlformats.org/officeDocument/2006/relationships/hyperlink" Target="https://biblioteca.upds.edu.bo/biblioteca/index.php?id=2516&amp;lvl=categ_see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hyperlink" Target="https://uat.store.wiley.com/en-us/systems-analysis-and-design-8th-edition-p-9781119803799R150" TargetMode="External"/><Relationship Id="rId3" Type="http://schemas.openxmlformats.org/officeDocument/2006/relationships/hyperlink" Target="https://www.informit.com/store/object-oriented-software-engineering-using-uml-patterns-9780133002096" TargetMode="External"/><Relationship Id="rId4" Type="http://schemas.openxmlformats.org/officeDocument/2006/relationships/hyperlink" Target="https://biblioteca.upds.edu.bo/biblioteca/index.php?id=2516&amp;lvl=categ_see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657600" y="402336"/>
            <a:ext cx="5074920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85C0"/>
                </a:solidFill>
                <a:latin typeface="Calibri"/>
              </a:rPr>
              <a:t>ACTIVIDAD 1 · TEMA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713232"/>
            <a:ext cx="5074920" cy="7132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D4696"/>
                </a:solidFill>
                <a:latin typeface="Calibri Light"/>
              </a:rPr>
              <a:t>UML Y REQUISITOS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D4696"/>
                </a:solidFill>
                <a:latin typeface="Calibri Light"/>
              </a:rPr>
              <a:t>DEL SISTEMA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75887" y="1572768"/>
            <a:ext cx="498348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E293B"/>
                </a:solidFill>
                <a:latin typeface="Calibri"/>
              </a:rPr>
              <a:t>Sistemas de Información I</a:t>
            </a:r>
          </a:p>
        </p:txBody>
      </p:sp>
      <p:sp>
        <p:nvSpPr>
          <p:cNvPr id="7" name="Rectangle 6"/>
          <p:cNvSpPr/>
          <p:nvPr/>
        </p:nvSpPr>
        <p:spPr>
          <a:xfrm>
            <a:off x="3703320" y="1920240"/>
            <a:ext cx="4892040" cy="1481328"/>
          </a:xfrm>
          <a:prstGeom prst="rect">
            <a:avLst/>
          </a:prstGeom>
          <a:solidFill>
            <a:srgbClr val="E7F5FA"/>
          </a:solidFill>
          <a:ln w="19050">
            <a:solidFill>
              <a:srgbClr val="0085C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0" y="2487168"/>
            <a:ext cx="4617720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D4696"/>
                </a:solidFill>
                <a:latin typeface="Calibri"/>
              </a:rPr>
              <a:t>FOTOGRAFÍA DEL GRUPO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3511296"/>
            <a:ext cx="48006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85C0"/>
                </a:solidFill>
                <a:latin typeface="Calibri"/>
              </a:rPr>
              <a:t>INTEGRANTES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886200"/>
            <a:ext cx="2286000" cy="1828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4748B"/>
                </a:solidFill>
                <a:latin typeface="Calibri"/>
              </a:rPr>
              <a:t>INTEGRANTE 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03320" y="4105656"/>
            <a:ext cx="2267712" cy="219456"/>
          </a:xfrm>
          <a:prstGeom prst="rect">
            <a:avLst/>
          </a:prstGeom>
          <a:solidFill>
            <a:srgbClr val="FFFFFF"/>
          </a:solidFill>
          <a:ln w="8890">
            <a:solidFill>
              <a:srgbClr val="B8C9D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90488" y="3886200"/>
            <a:ext cx="2286000" cy="1828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4748B"/>
                </a:solidFill>
                <a:latin typeface="Calibri"/>
              </a:rPr>
              <a:t>INTEGRANTE 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0488" y="4105656"/>
            <a:ext cx="2267712" cy="219456"/>
          </a:xfrm>
          <a:prstGeom prst="rect">
            <a:avLst/>
          </a:prstGeom>
          <a:solidFill>
            <a:srgbClr val="FFFFFF"/>
          </a:solidFill>
          <a:ln w="8890">
            <a:solidFill>
              <a:srgbClr val="B8C9D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03320" y="4526280"/>
            <a:ext cx="2286000" cy="1828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4748B"/>
                </a:solidFill>
                <a:latin typeface="Calibri"/>
              </a:rPr>
              <a:t>INTEGRANTE 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03320" y="4745736"/>
            <a:ext cx="2267712" cy="219456"/>
          </a:xfrm>
          <a:prstGeom prst="rect">
            <a:avLst/>
          </a:prstGeom>
          <a:solidFill>
            <a:srgbClr val="FFFFFF"/>
          </a:solidFill>
          <a:ln w="8890">
            <a:solidFill>
              <a:srgbClr val="B8C9D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0488" y="4526280"/>
            <a:ext cx="2286000" cy="1828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4748B"/>
                </a:solidFill>
                <a:latin typeface="Calibri"/>
              </a:rPr>
              <a:t>INTEGRANTE 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0488" y="4745736"/>
            <a:ext cx="2267712" cy="219456"/>
          </a:xfrm>
          <a:prstGeom prst="rect">
            <a:avLst/>
          </a:prstGeom>
          <a:solidFill>
            <a:srgbClr val="FFFFFF"/>
          </a:solidFill>
          <a:ln w="8890">
            <a:solidFill>
              <a:srgbClr val="B8C9D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03320" y="5166360"/>
            <a:ext cx="2286000" cy="1828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4748B"/>
                </a:solidFill>
                <a:latin typeface="Calibri"/>
              </a:rPr>
              <a:t>INTEGRANTE 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03320" y="5385816"/>
            <a:ext cx="2267712" cy="219456"/>
          </a:xfrm>
          <a:prstGeom prst="rect">
            <a:avLst/>
          </a:prstGeom>
          <a:solidFill>
            <a:srgbClr val="FFFFFF"/>
          </a:solidFill>
          <a:ln w="8890">
            <a:solidFill>
              <a:srgbClr val="B8C9D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03320" y="5852160"/>
            <a:ext cx="4754880" cy="237744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64748B"/>
                </a:solidFill>
                <a:latin typeface="Calibri"/>
              </a:rPr>
              <a:t>Universidad Privada Domingo Savio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47472" y="146304"/>
            <a:ext cx="7269480" cy="39319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D4696"/>
                </a:solidFill>
                <a:latin typeface="Calibri Light"/>
              </a:rPr>
              <a:t>El análisis comienza con una necesidad identificable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06640" y="201168"/>
            <a:ext cx="45720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85C0"/>
                </a:solidFill>
                <a:latin typeface="Calibri"/>
              </a:rPr>
              <a:t>01</a:t>
            </a:r>
          </a:p>
        </p:txBody>
      </p:sp>
      <p:pic>
        <p:nvPicPr>
          <p:cNvPr id="6" name="Picture 5" descr="Una estudiante expresa una necesidad mientras un analista la convierte en un requisito y la relaciona con UML y verificación." title="Una estudiante expresa una necesidad mientras un analista la convierte en un requisito y la relaciona con UML y verific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052108"/>
            <a:ext cx="3703320" cy="208373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3273552"/>
            <a:ext cx="3657600" cy="10515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10" b="0" i="0">
                <a:solidFill>
                  <a:srgbClr val="1E293B"/>
                </a:solidFill>
                <a:latin typeface="Calibri"/>
              </a:rPr>
              <a:t>Los requisitos parten de necesidades de las partes interesadas. El cliente expresa objetivos; el usuario final aporta la experiencia de operación.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98848" y="1143000"/>
            <a:ext cx="1874519" cy="2249424"/>
          </a:xfrm>
          <a:prstGeom prst="rect">
            <a:avLst/>
          </a:prstGeom>
          <a:solidFill>
            <a:srgbClr val="EAF2F8"/>
          </a:solidFill>
          <a:ln w="15240">
            <a:solidFill>
              <a:srgbClr val="4472C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81728" y="1353312"/>
            <a:ext cx="1508760" cy="237744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4472C4"/>
                </a:solidFill>
                <a:latin typeface="Calibri"/>
              </a:rPr>
              <a:t>CLIENTE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1728" y="1636776"/>
            <a:ext cx="1508760" cy="1591055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1E293B"/>
                </a:solidFill>
                <a:latin typeface="Calibri"/>
              </a:rPr>
              <a:t>Solicita el producto y comunica las expectativas que debe satisfacer.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0" y="1143000"/>
            <a:ext cx="1874519" cy="2249424"/>
          </a:xfrm>
          <a:prstGeom prst="rect">
            <a:avLst/>
          </a:prstGeom>
          <a:solidFill>
            <a:srgbClr val="E7F5FA"/>
          </a:solidFill>
          <a:ln w="15240">
            <a:solidFill>
              <a:srgbClr val="0085C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1353312"/>
            <a:ext cx="1508760" cy="237744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0085C0"/>
                </a:solidFill>
                <a:latin typeface="Calibri"/>
              </a:rPr>
              <a:t>USUARIO FINAL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1636776"/>
            <a:ext cx="1508760" cy="1591055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1E293B"/>
                </a:solidFill>
                <a:latin typeface="Calibri"/>
              </a:rPr>
              <a:t>Interactúa con el sistema durante su operación para alcanzar una tarea.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3657600"/>
            <a:ext cx="3886200" cy="58521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30" b="0" i="0">
                <a:solidFill>
                  <a:srgbClr val="44546A"/>
                </a:solidFill>
                <a:latin typeface="Calibri"/>
              </a:rPr>
              <a:t>Pueden ser personas distintas o coincidir. Ambas perspectivas expresan necesidades desde la solicitud y la operación.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5925312"/>
            <a:ext cx="8229600" cy="23198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64748B"/>
                </a:solidFill>
                <a:latin typeface="Calibri"/>
              </a:rPr>
              <a:t>Fuente: </a:t>
            </a:r>
            <a:r>
              <a:rPr sz="830" b="0" i="0">
                <a:solidFill>
                  <a:srgbClr val="64748B"/>
                </a:solidFill>
                <a:latin typeface="Calibri"/>
              </a:rPr>
              <a:t>NASA Systems Engineering Handbook, §2.2; NASA/SP-2016-6105 Rev. 2  ·  as of 6 de octubre de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47472" y="146304"/>
            <a:ext cx="7269480" cy="39319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D4696"/>
                </a:solidFill>
                <a:latin typeface="Calibri Light"/>
              </a:rPr>
              <a:t>Los requisitos vinculan necesidad, criterio y evidencia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06640" y="201168"/>
            <a:ext cx="45720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85C0"/>
                </a:solidFill>
                <a:latin typeface="Calibr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68680"/>
            <a:ext cx="8046720" cy="43891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30" b="0" i="0">
                <a:solidFill>
                  <a:srgbClr val="1E293B"/>
                </a:solidFill>
                <a:latin typeface="Calibri"/>
              </a:rPr>
              <a:t>La especificación conecta la necesidad con un alcance claro y con evidencia de verificación.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" y="1600200"/>
            <a:ext cx="1755648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4472C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" y="1600200"/>
            <a:ext cx="1645919" cy="157276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D4696"/>
                </a:solidFill>
                <a:latin typeface="Calibri"/>
              </a:rPr>
              <a:t>Necesidad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64748B"/>
                </a:solidFill>
                <a:latin typeface="Calibri"/>
              </a:rPr>
              <a:t>persona y problema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42615" y="1600200"/>
            <a:ext cx="1755648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4472C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97479" y="1600200"/>
            <a:ext cx="1645919" cy="157276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D4696"/>
                </a:solidFill>
                <a:latin typeface="Calibri"/>
              </a:rPr>
              <a:t>Requisito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64748B"/>
                </a:solidFill>
                <a:latin typeface="Calibri"/>
              </a:rPr>
              <a:t>declaración precisa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350008" y="2386584"/>
            <a:ext cx="274319" cy="0"/>
          </a:xfrm>
          <a:prstGeom prst="line">
            <a:avLst/>
          </a:prstGeom>
          <a:ln w="19050">
            <a:solidFill>
              <a:srgbClr val="7C9CD6"/>
            </a:solidFill>
            <a:tailEnd type="triangle" w="med" len="med"/>
          </a:ln>
          <a:effectLst/>
        </p:spPr>
      </p:cxnSp>
      <p:sp>
        <p:nvSpPr>
          <p:cNvPr id="12" name="Rounded Rectangle 11"/>
          <p:cNvSpPr/>
          <p:nvPr/>
        </p:nvSpPr>
        <p:spPr>
          <a:xfrm>
            <a:off x="4709159" y="1600200"/>
            <a:ext cx="1755648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4472C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64023" y="1600200"/>
            <a:ext cx="1645919" cy="157276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D4696"/>
                </a:solidFill>
                <a:latin typeface="Calibri"/>
              </a:rPr>
              <a:t>Criterio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64748B"/>
                </a:solidFill>
                <a:latin typeface="Calibri"/>
              </a:rPr>
              <a:t>resultado observable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416551" y="2386584"/>
            <a:ext cx="274321" cy="0"/>
          </a:xfrm>
          <a:prstGeom prst="line">
            <a:avLst/>
          </a:prstGeom>
          <a:ln w="19050">
            <a:solidFill>
              <a:srgbClr val="7C9CD6"/>
            </a:solidFill>
            <a:tailEnd type="triangle" w="med" len="med"/>
          </a:ln>
          <a:effectLst/>
        </p:spPr>
      </p:cxnSp>
      <p:sp>
        <p:nvSpPr>
          <p:cNvPr id="15" name="Rounded Rectangle 14"/>
          <p:cNvSpPr/>
          <p:nvPr/>
        </p:nvSpPr>
        <p:spPr>
          <a:xfrm>
            <a:off x="6775703" y="1600200"/>
            <a:ext cx="1755648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4472C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30567" y="1600200"/>
            <a:ext cx="1645919" cy="157276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D4696"/>
                </a:solidFill>
                <a:latin typeface="Calibri"/>
              </a:rPr>
              <a:t>Verificación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64748B"/>
                </a:solidFill>
                <a:latin typeface="Calibri"/>
              </a:rPr>
              <a:t>evidencia registrada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483095" y="2386584"/>
            <a:ext cx="274321" cy="0"/>
          </a:xfrm>
          <a:prstGeom prst="line">
            <a:avLst/>
          </a:prstGeom>
          <a:ln w="19050">
            <a:solidFill>
              <a:srgbClr val="7C9CD6"/>
            </a:solidFill>
            <a:tailEnd type="triangle" w="med" len="med"/>
          </a:ln>
          <a:effectLst/>
        </p:spPr>
      </p:cxnSp>
      <p:sp>
        <p:nvSpPr>
          <p:cNvPr id="18" name="Rectangle 17"/>
          <p:cNvSpPr/>
          <p:nvPr/>
        </p:nvSpPr>
        <p:spPr>
          <a:xfrm>
            <a:off x="621792" y="3767328"/>
            <a:ext cx="7909560" cy="1353312"/>
          </a:xfrm>
          <a:prstGeom prst="rect">
            <a:avLst/>
          </a:prstGeom>
          <a:solidFill>
            <a:srgbClr val="EAF2F8"/>
          </a:solidFill>
          <a:ln w="15240">
            <a:solidFill>
              <a:srgbClr val="4472C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" y="3977639"/>
            <a:ext cx="201168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472C4"/>
                </a:solidFill>
                <a:latin typeface="Calibri"/>
              </a:rPr>
              <a:t>EXPECTATIVA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" y="4297680"/>
            <a:ext cx="1965960" cy="43891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D4696"/>
                </a:solidFill>
                <a:latin typeface="Calibri Light"/>
              </a:rPr>
              <a:t>«Fácil de usar»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4005072"/>
            <a:ext cx="5257800" cy="74980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93B"/>
                </a:solidFill>
                <a:latin typeface="Calibri"/>
              </a:rPr>
              <a:t>Es subjetiva mientras no expresa una condición observable, una métrica y un escenario de prueba.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" y="5925312"/>
            <a:ext cx="8229600" cy="23198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64748B"/>
                </a:solidFill>
                <a:latin typeface="Calibri"/>
              </a:rPr>
              <a:t>Fuente: </a:t>
            </a:r>
            <a:r>
              <a:rPr sz="830" b="0" i="0">
                <a:solidFill>
                  <a:srgbClr val="64748B"/>
                </a:solidFill>
                <a:latin typeface="Calibri"/>
              </a:rPr>
              <a:t>Investigación del curso, «UML y requisitos del sistema»; NASA Appendix C  ·  as of 6 de octubre de 2026</a:t>
            </a:r>
          </a:p>
        </p:txBody>
      </p:sp>
      <p:pic>
        <p:nvPicPr>
          <p:cNvPr id="23" name="Picture 22" descr="need-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9304" y="1764792"/>
            <a:ext cx="329184" cy="329184"/>
          </a:xfrm>
          <a:prstGeom prst="rect">
            <a:avLst/>
          </a:prstGeom>
        </p:spPr>
      </p:pic>
      <p:pic>
        <p:nvPicPr>
          <p:cNvPr id="24" name="Picture 23" descr="requirement-docu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5848" y="1764792"/>
            <a:ext cx="329184" cy="329184"/>
          </a:xfrm>
          <a:prstGeom prst="rect">
            <a:avLst/>
          </a:prstGeom>
        </p:spPr>
      </p:pic>
      <p:pic>
        <p:nvPicPr>
          <p:cNvPr id="25" name="Picture 24" descr="criterion-targ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2392" y="1764792"/>
            <a:ext cx="329184" cy="329184"/>
          </a:xfrm>
          <a:prstGeom prst="rect">
            <a:avLst/>
          </a:prstGeom>
        </p:spPr>
      </p:pic>
      <p:pic>
        <p:nvPicPr>
          <p:cNvPr id="26" name="Picture 25" descr="verification-checklis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8936" y="1764792"/>
            <a:ext cx="329184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47472" y="146304"/>
            <a:ext cx="7269480" cy="39319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D4696"/>
                </a:solidFill>
                <a:latin typeface="Calibri Light"/>
              </a:rPr>
              <a:t>Una función describe el servicio; una condición define cómo evaluarlo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06640" y="201168"/>
            <a:ext cx="45720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85C0"/>
                </a:solidFill>
                <a:latin typeface="Calibri"/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43000"/>
            <a:ext cx="3840480" cy="3611880"/>
          </a:xfrm>
          <a:prstGeom prst="rect">
            <a:avLst/>
          </a:prstGeom>
          <a:solidFill>
            <a:srgbClr val="EAF2F8"/>
          </a:solidFill>
          <a:ln w="16510">
            <a:solidFill>
              <a:srgbClr val="4472C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" y="1417320"/>
            <a:ext cx="3310128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4472C4"/>
                </a:solidFill>
                <a:latin typeface="Calibri"/>
              </a:rPr>
              <a:t>RF-01 · REQUISITO FUNCIONAL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" y="1920240"/>
            <a:ext cx="3310128" cy="49377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D4696"/>
                </a:solidFill>
                <a:latin typeface="Calibri Light"/>
              </a:rPr>
              <a:t>Buscar ejemplares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2587752"/>
            <a:ext cx="3291840" cy="98755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E293B"/>
                </a:solidFill>
                <a:latin typeface="Calibri"/>
              </a:rPr>
              <a:t>El catálogo permitirá buscar ejemplares por título o autor.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" y="3950208"/>
            <a:ext cx="3291840" cy="4846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4546A"/>
                </a:solidFill>
                <a:latin typeface="Calibri"/>
              </a:rPr>
              <a:t>Expresa qué servicio ofrece el sistema.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36592" y="1143000"/>
            <a:ext cx="3840480" cy="3611880"/>
          </a:xfrm>
          <a:prstGeom prst="rect">
            <a:avLst/>
          </a:prstGeom>
          <a:solidFill>
            <a:srgbClr val="E7F5FA"/>
          </a:solidFill>
          <a:ln w="16510">
            <a:solidFill>
              <a:srgbClr val="0085C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10912" y="1417320"/>
            <a:ext cx="3310128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0085C0"/>
                </a:solidFill>
                <a:latin typeface="Calibri"/>
              </a:rPr>
              <a:t>RNF-01 · CALIDAD / DESEMPEÑO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10912" y="1920240"/>
            <a:ext cx="3310128" cy="49377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>
                <a:solidFill>
                  <a:srgbClr val="1D4696"/>
                </a:solidFill>
                <a:latin typeface="Calibri Light"/>
              </a:rPr>
              <a:t>Tiempo de respuesta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10912" y="2514600"/>
            <a:ext cx="3291840" cy="10972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r>
              <a:rPr sz="1400" b="0">
                <a:solidFill>
                  <a:srgbClr val="26323E"/>
                </a:solidFill>
                <a:latin typeface="Source Sans 3"/>
              </a:rPr>
              <a:t>Ejemplo didáctico: al menos 95 % de las búsquedas en ≤2 s, con 5 000 ejemplares y 20 usuarios concurrentes.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10912" y="3822191"/>
            <a:ext cx="3291840" cy="56692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E5B69"/>
                </a:solidFill>
                <a:latin typeface="Source Sans 3"/>
              </a:rPr>
              <a:t>Describe un atributo de desempeño sujeto a medición.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" y="5093208"/>
            <a:ext cx="8046720" cy="420624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90" b="0" i="0">
                <a:solidFill>
                  <a:srgbClr val="44546A"/>
                </a:solidFill>
                <a:latin typeface="Calibri"/>
              </a:rPr>
              <a:t>RF-01 se comprueba con resultados de búsqueda; RNF-01 se evalúa con una prueba de desempeño bajo condiciones definidas.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5925312"/>
            <a:ext cx="8229600" cy="23198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64748B"/>
                </a:solidFill>
                <a:latin typeface="Calibri"/>
              </a:rPr>
              <a:t>Fuente: </a:t>
            </a:r>
            <a:r>
              <a:rPr sz="830" b="0" i="0">
                <a:solidFill>
                  <a:srgbClr val="64748B"/>
                </a:solidFill>
                <a:latin typeface="Calibri"/>
              </a:rPr>
              <a:t>NASA SWE-109; investigación del curso, ejemplo didáctico de biblioteca  ·  as of 6 de octubre de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47472" y="146304"/>
            <a:ext cx="7269480" cy="39319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D4696"/>
                </a:solidFill>
                <a:latin typeface="Calibri Light"/>
              </a:rPr>
              <a:t>UML muestra perspectivas del sistema; no sustituye el proceso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06640" y="201168"/>
            <a:ext cx="45720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85C0"/>
                </a:solidFill>
                <a:latin typeface="Calibri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932688"/>
            <a:ext cx="7936992" cy="420624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20" b="0" i="0">
                <a:solidFill>
                  <a:srgbClr val="1E293B"/>
                </a:solidFill>
                <a:latin typeface="Calibri"/>
              </a:rPr>
              <a:t>El Lenguaje Unificado de Modelado ofrece una notación común para especificar, visualizar y documentar modelos.</a:t>
            </a:r>
          </a:p>
        </p:txBody>
      </p:sp>
      <p:cxnSp>
        <p:nvCxnSpPr>
          <p:cNvPr id="7" name="Connector 6"/>
          <p:cNvCxnSpPr/>
          <p:nvPr/>
        </p:nvCxnSpPr>
        <p:spPr>
          <a:xfrm flipH="1">
            <a:off x="3200400" y="2724912"/>
            <a:ext cx="845820" cy="676656"/>
          </a:xfrm>
          <a:prstGeom prst="line">
            <a:avLst/>
          </a:prstGeom>
          <a:ln w="21590">
            <a:solidFill>
              <a:srgbClr val="4472C4"/>
            </a:solidFill>
          </a:ln>
          <a:effectLst/>
        </p:spPr>
      </p:cxnSp>
      <p:cxnSp>
        <p:nvCxnSpPr>
          <p:cNvPr id="8" name="Connector 7"/>
          <p:cNvCxnSpPr/>
          <p:nvPr/>
        </p:nvCxnSpPr>
        <p:spPr>
          <a:xfrm>
            <a:off x="5097780" y="2724912"/>
            <a:ext cx="845819" cy="676656"/>
          </a:xfrm>
          <a:prstGeom prst="line">
            <a:avLst/>
          </a:prstGeom>
          <a:ln w="21590">
            <a:solidFill>
              <a:srgbClr val="0085C0"/>
            </a:solidFill>
          </a:ln>
          <a:effectLst/>
        </p:spPr>
      </p:cxnSp>
      <p:sp>
        <p:nvSpPr>
          <p:cNvPr id="9" name="Rounded Rectangle 8"/>
          <p:cNvSpPr/>
          <p:nvPr/>
        </p:nvSpPr>
        <p:spPr>
          <a:xfrm>
            <a:off x="3657600" y="1883664"/>
            <a:ext cx="1828800" cy="841248"/>
          </a:xfrm>
          <a:prstGeom prst="roundRect">
            <a:avLst>
              <a:gd name="adj" fmla="val 8000"/>
            </a:avLst>
          </a:prstGeom>
          <a:solidFill>
            <a:srgbClr val="1D4696"/>
          </a:solidFill>
          <a:ln w="13970">
            <a:solidFill>
              <a:srgbClr val="1D469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2463" y="1883664"/>
            <a:ext cx="1719072" cy="8412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UML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3401568"/>
            <a:ext cx="3154680" cy="1207008"/>
          </a:xfrm>
          <a:prstGeom prst="roundRect">
            <a:avLst>
              <a:gd name="adj" fmla="val 8000"/>
            </a:avLst>
          </a:prstGeom>
          <a:solidFill>
            <a:srgbClr val="E7F5FA"/>
          </a:solidFill>
          <a:ln w="13970">
            <a:solidFill>
              <a:srgbClr val="0085C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3401568"/>
            <a:ext cx="3044952" cy="120700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D4696"/>
                </a:solidFill>
                <a:latin typeface="Calibri"/>
              </a:rPr>
              <a:t>COMPORTAMIENTO
casos de uso · estados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3401568"/>
            <a:ext cx="3154680" cy="1207008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 w="13970">
            <a:solidFill>
              <a:srgbClr val="4472C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75503" y="3401568"/>
            <a:ext cx="3044952" cy="120700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D4696"/>
                </a:solidFill>
                <a:latin typeface="Calibri"/>
              </a:rPr>
              <a:t>ESTRUCTURA
clases · objetos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4983480"/>
            <a:ext cx="7315200" cy="4846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4546A"/>
                </a:solidFill>
                <a:latin typeface="Calibri"/>
              </a:rPr>
              <a:t>Cada diagrama responde una pregunta del análisis. UML no prescribe por sí mismo un método completo de desarrollo.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5925312"/>
            <a:ext cx="8229600" cy="23198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64748B"/>
                </a:solidFill>
                <a:latin typeface="Calibri"/>
              </a:rPr>
              <a:t>Fuente: </a:t>
            </a:r>
            <a:r>
              <a:rPr sz="830" b="0" i="0">
                <a:solidFill>
                  <a:srgbClr val="64748B"/>
                </a:solidFill>
                <a:latin typeface="Calibri"/>
              </a:rPr>
              <a:t>Object Management Group, UML 2.5.1 (2017)  ·  as of 6 de octubre de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47472" y="146304"/>
            <a:ext cx="7269480" cy="39319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D4696"/>
                </a:solidFill>
                <a:latin typeface="Calibri Light"/>
              </a:rPr>
              <a:t>Un caso de uso ubica objetivos y actores dentro del sistema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06640" y="201168"/>
            <a:ext cx="45720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85C0"/>
                </a:solidFill>
                <a:latin typeface="Calibri"/>
              </a:rPr>
              <a:t>05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103120" y="1234440"/>
            <a:ext cx="4983480" cy="0"/>
          </a:xfrm>
          <a:prstGeom prst="line">
            <a:avLst/>
          </a:prstGeom>
          <a:ln w="17145">
            <a:solidFill>
              <a:srgbClr val="1D4696"/>
            </a:solidFill>
          </a:ln>
          <a:effectLst/>
        </p:spPr>
      </p:cxnSp>
      <p:cxnSp>
        <p:nvCxnSpPr>
          <p:cNvPr id="7" name="Connector 6"/>
          <p:cNvCxnSpPr/>
          <p:nvPr/>
        </p:nvCxnSpPr>
        <p:spPr>
          <a:xfrm>
            <a:off x="7086600" y="1234440"/>
            <a:ext cx="0" cy="4297680"/>
          </a:xfrm>
          <a:prstGeom prst="line">
            <a:avLst/>
          </a:prstGeom>
          <a:ln w="17145">
            <a:solidFill>
              <a:srgbClr val="1D4696"/>
            </a:solidFill>
          </a:ln>
          <a:effectLst/>
        </p:spPr>
      </p:cxnSp>
      <p:cxnSp>
        <p:nvCxnSpPr>
          <p:cNvPr id="8" name="Connector 7"/>
          <p:cNvCxnSpPr/>
          <p:nvPr/>
        </p:nvCxnSpPr>
        <p:spPr>
          <a:xfrm flipH="1">
            <a:off x="2103120" y="5532120"/>
            <a:ext cx="4983480" cy="0"/>
          </a:xfrm>
          <a:prstGeom prst="line">
            <a:avLst/>
          </a:prstGeom>
          <a:ln w="17145">
            <a:solidFill>
              <a:srgbClr val="1D4696"/>
            </a:solidFill>
          </a:ln>
          <a:effectLst/>
        </p:spPr>
      </p:cxnSp>
      <p:cxnSp>
        <p:nvCxnSpPr>
          <p:cNvPr id="9" name="Connector 8"/>
          <p:cNvCxnSpPr/>
          <p:nvPr/>
        </p:nvCxnSpPr>
        <p:spPr>
          <a:xfrm flipV="1">
            <a:off x="2103120" y="1234440"/>
            <a:ext cx="0" cy="4297680"/>
          </a:xfrm>
          <a:prstGeom prst="line">
            <a:avLst/>
          </a:prstGeom>
          <a:ln w="17145">
            <a:solidFill>
              <a:srgbClr val="1D4696"/>
            </a:solidFill>
          </a:ln>
          <a:effectLst/>
        </p:spPr>
      </p:cxnSp>
      <p:sp>
        <p:nvSpPr>
          <p:cNvPr id="10" name="TextBox 9"/>
          <p:cNvSpPr txBox="1"/>
          <p:nvPr/>
        </p:nvSpPr>
        <p:spPr>
          <a:xfrm>
            <a:off x="2331720" y="1353312"/>
            <a:ext cx="452628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30" b="1" i="0">
                <a:solidFill>
                  <a:srgbClr val="1D4696"/>
                </a:solidFill>
                <a:latin typeface="Calibri"/>
              </a:rPr>
              <a:t>SISTEMA DE BIBLIOTECA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1417320" y="2139696"/>
            <a:ext cx="1901952" cy="475488"/>
          </a:xfrm>
          <a:prstGeom prst="line">
            <a:avLst/>
          </a:prstGeom>
          <a:ln w="15240">
            <a:solidFill>
              <a:srgbClr val="44546A"/>
            </a:solidFill>
          </a:ln>
          <a:effectLst/>
        </p:spPr>
      </p:cxnSp>
      <p:cxnSp>
        <p:nvCxnSpPr>
          <p:cNvPr id="12" name="Connector 11"/>
          <p:cNvCxnSpPr/>
          <p:nvPr/>
        </p:nvCxnSpPr>
        <p:spPr>
          <a:xfrm>
            <a:off x="1417320" y="2615184"/>
            <a:ext cx="1901952" cy="374904"/>
          </a:xfrm>
          <a:prstGeom prst="line">
            <a:avLst/>
          </a:prstGeom>
          <a:ln w="15240">
            <a:solidFill>
              <a:srgbClr val="44546A"/>
            </a:solidFill>
          </a:ln>
          <a:effectLst/>
        </p:spPr>
      </p:cxnSp>
      <p:cxnSp>
        <p:nvCxnSpPr>
          <p:cNvPr id="13" name="Connector 12"/>
          <p:cNvCxnSpPr/>
          <p:nvPr/>
        </p:nvCxnSpPr>
        <p:spPr>
          <a:xfrm>
            <a:off x="1417320" y="2615184"/>
            <a:ext cx="1901952" cy="1225296"/>
          </a:xfrm>
          <a:prstGeom prst="line">
            <a:avLst/>
          </a:prstGeom>
          <a:ln w="15240">
            <a:solidFill>
              <a:srgbClr val="44546A"/>
            </a:solidFill>
          </a:ln>
          <a:effectLst/>
        </p:spPr>
      </p:cxnSp>
      <p:cxnSp>
        <p:nvCxnSpPr>
          <p:cNvPr id="14" name="Connector 13"/>
          <p:cNvCxnSpPr/>
          <p:nvPr/>
        </p:nvCxnSpPr>
        <p:spPr>
          <a:xfrm flipH="1">
            <a:off x="5879592" y="4197096"/>
            <a:ext cx="1938528" cy="493776"/>
          </a:xfrm>
          <a:prstGeom prst="line">
            <a:avLst/>
          </a:prstGeom>
          <a:ln w="15240">
            <a:solidFill>
              <a:srgbClr val="44546A"/>
            </a:solidFill>
          </a:ln>
          <a:effectLst/>
        </p:spPr>
      </p:cxnSp>
      <p:sp>
        <p:nvSpPr>
          <p:cNvPr id="15" name="Rounded Rectangle 14"/>
          <p:cNvSpPr/>
          <p:nvPr/>
        </p:nvSpPr>
        <p:spPr>
          <a:xfrm>
            <a:off x="3319272" y="1847088"/>
            <a:ext cx="2560320" cy="585216"/>
          </a:xfrm>
          <a:prstGeom prst="roundRect">
            <a:avLst>
              <a:gd name="adj" fmla="val 50000"/>
            </a:avLst>
          </a:prstGeom>
          <a:solidFill>
            <a:srgbClr val="E7F5FA"/>
          </a:solidFill>
          <a:ln w="13970">
            <a:solidFill>
              <a:srgbClr val="0085C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74136" y="1847088"/>
            <a:ext cx="2450591" cy="58521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D4696"/>
                </a:solidFill>
                <a:latin typeface="Calibri"/>
              </a:rPr>
              <a:t>Buscar libro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19272" y="2697480"/>
            <a:ext cx="2560320" cy="585216"/>
          </a:xfrm>
          <a:prstGeom prst="roundRect">
            <a:avLst>
              <a:gd name="adj" fmla="val 50000"/>
            </a:avLst>
          </a:prstGeom>
          <a:solidFill>
            <a:srgbClr val="E7F5FA"/>
          </a:solidFill>
          <a:ln w="13970">
            <a:solidFill>
              <a:srgbClr val="0085C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74136" y="2697480"/>
            <a:ext cx="2450591" cy="58521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D4696"/>
                </a:solidFill>
                <a:latin typeface="Calibri"/>
              </a:rPr>
              <a:t>Consultar disponibilidad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19272" y="3547872"/>
            <a:ext cx="2560320" cy="585216"/>
          </a:xfrm>
          <a:prstGeom prst="roundRect">
            <a:avLst>
              <a:gd name="adj" fmla="val 50000"/>
            </a:avLst>
          </a:prstGeom>
          <a:solidFill>
            <a:srgbClr val="E7F5FA"/>
          </a:solidFill>
          <a:ln w="13970">
            <a:solidFill>
              <a:srgbClr val="0085C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74136" y="3547872"/>
            <a:ext cx="2450591" cy="58521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D4696"/>
                </a:solidFill>
                <a:latin typeface="Calibri"/>
              </a:rPr>
              <a:t>Reservar ejemplar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19272" y="4398264"/>
            <a:ext cx="2560320" cy="585216"/>
          </a:xfrm>
          <a:prstGeom prst="roundRect">
            <a:avLst>
              <a:gd name="adj" fmla="val 50000"/>
            </a:avLst>
          </a:prstGeom>
          <a:solidFill>
            <a:srgbClr val="E7F5FA"/>
          </a:solidFill>
          <a:ln w="13970">
            <a:solidFill>
              <a:srgbClr val="0085C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74136" y="4398264"/>
            <a:ext cx="2450591" cy="58521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D4696"/>
                </a:solidFill>
                <a:latin typeface="Calibri"/>
              </a:rPr>
              <a:t>Registrar préstamo</a:t>
            </a:r>
          </a:p>
        </p:txBody>
      </p:sp>
      <p:sp>
        <p:nvSpPr>
          <p:cNvPr id="23" name="Oval 22"/>
          <p:cNvSpPr/>
          <p:nvPr/>
        </p:nvSpPr>
        <p:spPr>
          <a:xfrm>
            <a:off x="1005840" y="2121408"/>
            <a:ext cx="274320" cy="274320"/>
          </a:xfrm>
          <a:prstGeom prst="ellipse">
            <a:avLst/>
          </a:prstGeom>
          <a:solidFill>
            <a:srgbClr val="FFFFFF"/>
          </a:solidFill>
          <a:ln w="17145">
            <a:solidFill>
              <a:srgbClr val="1D469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0704" y="2121408"/>
            <a:ext cx="164592" cy="2743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D4696"/>
                </a:solidFill>
                <a:latin typeface="Calibri"/>
              </a:rPr>
              <a:t/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143000" y="2395727"/>
            <a:ext cx="0" cy="658369"/>
          </a:xfrm>
          <a:prstGeom prst="line">
            <a:avLst/>
          </a:prstGeom>
          <a:ln w="19050">
            <a:solidFill>
              <a:srgbClr val="1D4696"/>
            </a:solidFill>
          </a:ln>
          <a:effectLst/>
        </p:spPr>
      </p:cxnSp>
      <p:cxnSp>
        <p:nvCxnSpPr>
          <p:cNvPr id="26" name="Connector 25"/>
          <p:cNvCxnSpPr/>
          <p:nvPr/>
        </p:nvCxnSpPr>
        <p:spPr>
          <a:xfrm>
            <a:off x="859536" y="2615184"/>
            <a:ext cx="566928" cy="0"/>
          </a:xfrm>
          <a:prstGeom prst="line">
            <a:avLst/>
          </a:prstGeom>
          <a:ln w="19050">
            <a:solidFill>
              <a:srgbClr val="1D4696"/>
            </a:solidFill>
          </a:ln>
          <a:effectLst/>
        </p:spPr>
      </p:cxnSp>
      <p:cxnSp>
        <p:nvCxnSpPr>
          <p:cNvPr id="27" name="Connector 26"/>
          <p:cNvCxnSpPr/>
          <p:nvPr/>
        </p:nvCxnSpPr>
        <p:spPr>
          <a:xfrm flipH="1">
            <a:off x="877824" y="3054096"/>
            <a:ext cx="265176" cy="310895"/>
          </a:xfrm>
          <a:prstGeom prst="line">
            <a:avLst/>
          </a:prstGeom>
          <a:ln w="19050">
            <a:solidFill>
              <a:srgbClr val="1D4696"/>
            </a:solidFill>
          </a:ln>
          <a:effectLst/>
        </p:spPr>
      </p:cxnSp>
      <p:cxnSp>
        <p:nvCxnSpPr>
          <p:cNvPr id="28" name="Connector 27"/>
          <p:cNvCxnSpPr/>
          <p:nvPr/>
        </p:nvCxnSpPr>
        <p:spPr>
          <a:xfrm>
            <a:off x="1143000" y="3054096"/>
            <a:ext cx="265176" cy="310895"/>
          </a:xfrm>
          <a:prstGeom prst="line">
            <a:avLst/>
          </a:prstGeom>
          <a:ln w="19050">
            <a:solidFill>
              <a:srgbClr val="1D4696"/>
            </a:solidFill>
          </a:ln>
          <a:effectLst/>
        </p:spPr>
      </p:cxnSp>
      <p:sp>
        <p:nvSpPr>
          <p:cNvPr id="29" name="TextBox 28"/>
          <p:cNvSpPr txBox="1"/>
          <p:nvPr/>
        </p:nvSpPr>
        <p:spPr>
          <a:xfrm>
            <a:off x="676656" y="3401568"/>
            <a:ext cx="877824" cy="29260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D4696"/>
                </a:solidFill>
                <a:latin typeface="Calibri"/>
              </a:rPr>
              <a:t>Estudiante</a:t>
            </a:r>
          </a:p>
        </p:txBody>
      </p:sp>
      <p:sp>
        <p:nvSpPr>
          <p:cNvPr id="30" name="Oval 29"/>
          <p:cNvSpPr/>
          <p:nvPr/>
        </p:nvSpPr>
        <p:spPr>
          <a:xfrm>
            <a:off x="7964423" y="3703320"/>
            <a:ext cx="274320" cy="274320"/>
          </a:xfrm>
          <a:prstGeom prst="ellipse">
            <a:avLst/>
          </a:prstGeom>
          <a:solidFill>
            <a:srgbClr val="FFFFFF"/>
          </a:solidFill>
          <a:ln w="17145">
            <a:solidFill>
              <a:srgbClr val="1D469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19288" y="3703320"/>
            <a:ext cx="164592" cy="2743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D4696"/>
                </a:solidFill>
                <a:latin typeface="Calibri"/>
              </a:rPr>
              <a:t/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101583" y="3977639"/>
            <a:ext cx="0" cy="658369"/>
          </a:xfrm>
          <a:prstGeom prst="line">
            <a:avLst/>
          </a:prstGeom>
          <a:ln w="19050">
            <a:solidFill>
              <a:srgbClr val="1D4696"/>
            </a:solidFill>
          </a:ln>
          <a:effectLst/>
        </p:spPr>
      </p:cxnSp>
      <p:cxnSp>
        <p:nvCxnSpPr>
          <p:cNvPr id="33" name="Connector 32"/>
          <p:cNvCxnSpPr/>
          <p:nvPr/>
        </p:nvCxnSpPr>
        <p:spPr>
          <a:xfrm>
            <a:off x="7818119" y="4197096"/>
            <a:ext cx="566929" cy="0"/>
          </a:xfrm>
          <a:prstGeom prst="line">
            <a:avLst/>
          </a:prstGeom>
          <a:ln w="19050">
            <a:solidFill>
              <a:srgbClr val="1D4696"/>
            </a:solidFill>
          </a:ln>
          <a:effectLst/>
        </p:spPr>
      </p:cxnSp>
      <p:cxnSp>
        <p:nvCxnSpPr>
          <p:cNvPr id="34" name="Connector 33"/>
          <p:cNvCxnSpPr/>
          <p:nvPr/>
        </p:nvCxnSpPr>
        <p:spPr>
          <a:xfrm flipH="1">
            <a:off x="7836407" y="4636008"/>
            <a:ext cx="265176" cy="310896"/>
          </a:xfrm>
          <a:prstGeom prst="line">
            <a:avLst/>
          </a:prstGeom>
          <a:ln w="19050">
            <a:solidFill>
              <a:srgbClr val="1D4696"/>
            </a:solidFill>
          </a:ln>
          <a:effectLst/>
        </p:spPr>
      </p:cxnSp>
      <p:cxnSp>
        <p:nvCxnSpPr>
          <p:cNvPr id="35" name="Connector 34"/>
          <p:cNvCxnSpPr/>
          <p:nvPr/>
        </p:nvCxnSpPr>
        <p:spPr>
          <a:xfrm>
            <a:off x="8101583" y="4636008"/>
            <a:ext cx="265176" cy="310896"/>
          </a:xfrm>
          <a:prstGeom prst="line">
            <a:avLst/>
          </a:prstGeom>
          <a:ln w="19050">
            <a:solidFill>
              <a:srgbClr val="1D4696"/>
            </a:solidFill>
          </a:ln>
          <a:effectLst/>
        </p:spPr>
      </p:cxnSp>
      <p:sp>
        <p:nvSpPr>
          <p:cNvPr id="36" name="TextBox 35"/>
          <p:cNvSpPr txBox="1"/>
          <p:nvPr/>
        </p:nvSpPr>
        <p:spPr>
          <a:xfrm>
            <a:off x="7635240" y="4983479"/>
            <a:ext cx="877824" cy="29260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D4696"/>
                </a:solidFill>
                <a:latin typeface="Calibri"/>
              </a:rPr>
              <a:t>Bibliotecario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5660136"/>
            <a:ext cx="8046720" cy="17373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E5B69"/>
                </a:solidFill>
                <a:latin typeface="Source Sans 3"/>
              </a:rPr>
              <a:t>Las asociaciones muestran quién participa; no representan la secuencia temporal de los pasos.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4048" y="5925312"/>
            <a:ext cx="8229600" cy="23198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64748B"/>
                </a:solidFill>
                <a:latin typeface="Calibri"/>
              </a:rPr>
              <a:t>Fuente: </a:t>
            </a:r>
            <a:r>
              <a:rPr sz="830" b="0" i="0">
                <a:solidFill>
                  <a:srgbClr val="64748B"/>
                </a:solidFill>
                <a:latin typeface="Calibri"/>
              </a:rPr>
              <a:t>UML 2.5.1; ejemplo didáctico del curso, catálogo de biblioteca  ·  as of 6 de octubre de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47472" y="146304"/>
            <a:ext cx="7269480" cy="39319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D4696"/>
                </a:solidFill>
                <a:latin typeface="Calibri Light"/>
              </a:rPr>
              <a:t>La trazabilidad conecta la necesidad con la verificación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06640" y="201168"/>
            <a:ext cx="45720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85C0"/>
                </a:solidFill>
                <a:latin typeface="Calibri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60120"/>
            <a:ext cx="8065008" cy="39319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E293B"/>
                </a:solidFill>
                <a:latin typeface="Calibri"/>
              </a:rPr>
              <a:t>Cada paso conserva la razón de la solución y permite revisar si el modelo aún representa lo que se necesita.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773936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4472C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810512"/>
            <a:ext cx="1664207" cy="1874519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D4696"/>
                </a:solidFill>
                <a:latin typeface="Calibri"/>
              </a:rPr>
              <a:t>Necesidad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64748B"/>
                </a:solidFill>
                <a:latin typeface="Calibri"/>
              </a:rPr>
              <a:t>estudiante busca libro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51760" y="1810512"/>
            <a:ext cx="1773936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4472C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06624" y="1810512"/>
            <a:ext cx="1664207" cy="1874519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D4696"/>
                </a:solidFill>
                <a:latin typeface="Calibri"/>
              </a:rPr>
              <a:t>RF-01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64748B"/>
                </a:solidFill>
                <a:latin typeface="Calibri"/>
              </a:rPr>
              <a:t>título o autor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359152" y="2747772"/>
            <a:ext cx="274320" cy="0"/>
          </a:xfrm>
          <a:prstGeom prst="line">
            <a:avLst/>
          </a:prstGeom>
          <a:ln w="19050">
            <a:solidFill>
              <a:srgbClr val="7C9CD6"/>
            </a:solidFill>
            <a:tailEnd type="triangle" w="med" len="med"/>
          </a:ln>
          <a:effectLst/>
        </p:spPr>
      </p:cxnSp>
      <p:sp>
        <p:nvSpPr>
          <p:cNvPr id="12" name="Rounded Rectangle 11"/>
          <p:cNvSpPr/>
          <p:nvPr/>
        </p:nvSpPr>
        <p:spPr>
          <a:xfrm>
            <a:off x="4736592" y="1810512"/>
            <a:ext cx="1773936" cy="1874519"/>
          </a:xfrm>
          <a:prstGeom prst="roundRect">
            <a:avLst>
              <a:gd name="adj" fmla="val 8000"/>
            </a:avLst>
          </a:prstGeom>
          <a:solidFill>
            <a:srgbClr val="162B3F"/>
          </a:solidFill>
          <a:ln>
            <a:solidFill>
              <a:srgbClr val="162B3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91455" y="1810512"/>
            <a:ext cx="1664207" cy="1874519"/>
          </a:xfrm>
          <a:prstGeom prst="rect">
            <a:avLst/>
          </a:prstGeom>
          <a:noFill/>
          <a:ln>
            <a:noFill/>
          </a:ln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Caso de uso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FFFFFF"/>
                </a:solidFill>
                <a:latin typeface="Calibri"/>
              </a:rPr>
              <a:t>buscar ejemplar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443983" y="2747772"/>
            <a:ext cx="274321" cy="0"/>
          </a:xfrm>
          <a:prstGeom prst="line">
            <a:avLst/>
          </a:prstGeom>
          <a:ln w="19050">
            <a:solidFill>
              <a:srgbClr val="7C9CD6"/>
            </a:solidFill>
            <a:tailEnd type="triangle" w="med" len="med"/>
          </a:ln>
          <a:effectLst/>
        </p:spPr>
      </p:cxnSp>
      <p:sp>
        <p:nvSpPr>
          <p:cNvPr id="15" name="Rounded Rectangle 14"/>
          <p:cNvSpPr/>
          <p:nvPr/>
        </p:nvSpPr>
        <p:spPr>
          <a:xfrm>
            <a:off x="6821424" y="1810512"/>
            <a:ext cx="1773936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4472C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76288" y="1810512"/>
            <a:ext cx="1664207" cy="1874519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D4696"/>
                </a:solidFill>
                <a:latin typeface="Calibri"/>
              </a:rPr>
              <a:t>Prueba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64748B"/>
                </a:solidFill>
                <a:latin typeface="Calibri"/>
              </a:rPr>
              <a:t>resultado esperado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528816" y="2747772"/>
            <a:ext cx="274320" cy="0"/>
          </a:xfrm>
          <a:prstGeom prst="line">
            <a:avLst/>
          </a:prstGeom>
          <a:ln w="19050">
            <a:solidFill>
              <a:srgbClr val="7C9CD6"/>
            </a:solidFill>
            <a:tailEnd type="triangle" w="med" len="med"/>
          </a:ln>
          <a:effectLst/>
        </p:spPr>
      </p:cxnSp>
      <p:sp>
        <p:nvSpPr>
          <p:cNvPr id="18" name="Rectangle 17"/>
          <p:cNvSpPr/>
          <p:nvPr/>
        </p:nvSpPr>
        <p:spPr>
          <a:xfrm>
            <a:off x="658368" y="4261104"/>
            <a:ext cx="7818120" cy="960120"/>
          </a:xfrm>
          <a:prstGeom prst="rect">
            <a:avLst/>
          </a:prstGeom>
          <a:solidFill>
            <a:srgbClr val="E7F5FA"/>
          </a:solidFill>
          <a:ln w="13970">
            <a:solidFill>
              <a:srgbClr val="0085C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471416"/>
            <a:ext cx="7315200" cy="512064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r>
              <a:rPr sz="1250" b="0">
                <a:solidFill>
                  <a:srgbClr val="26323E"/>
                </a:solidFill>
                <a:latin typeface="Source Sans 3"/>
              </a:rPr>
              <a:t>Ejemplo didáctico de RNF-01: 95 % de búsquedas ≤2 s; 5 000 ejemplares y 20 usuarios concurrentes.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" y="5925312"/>
            <a:ext cx="8229600" cy="23198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64748B"/>
                </a:solidFill>
                <a:latin typeface="Calibri"/>
              </a:rPr>
              <a:t>Fuente: </a:t>
            </a:r>
            <a:r>
              <a:rPr sz="830" b="0" i="0">
                <a:solidFill>
                  <a:srgbClr val="64748B"/>
                </a:solidFill>
                <a:latin typeface="Calibri"/>
              </a:rPr>
              <a:t>NASA Appendix C; NASA Requirements Management; investigación del curso  ·  as of 6 de octubre de 2026</a:t>
            </a:r>
          </a:p>
        </p:txBody>
      </p:sp>
      <p:pic>
        <p:nvPicPr>
          <p:cNvPr id="21" name="Picture 20" descr="need-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2057400"/>
            <a:ext cx="329184" cy="329184"/>
          </a:xfrm>
          <a:prstGeom prst="rect">
            <a:avLst/>
          </a:prstGeom>
        </p:spPr>
      </p:pic>
      <p:pic>
        <p:nvPicPr>
          <p:cNvPr id="22" name="Picture 21" descr="requirement-docu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4991" y="2057400"/>
            <a:ext cx="329184" cy="329184"/>
          </a:xfrm>
          <a:prstGeom prst="rect">
            <a:avLst/>
          </a:prstGeom>
        </p:spPr>
      </p:pic>
      <p:pic>
        <p:nvPicPr>
          <p:cNvPr id="24" name="Picture 23" descr="verification-checklis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4656" y="2057400"/>
            <a:ext cx="329184" cy="329184"/>
          </a:xfrm>
          <a:prstGeom prst="rect">
            <a:avLst/>
          </a:prstGeom>
        </p:spPr>
      </p:pic>
      <p:cxnSp>
        <p:nvCxnSpPr>
          <p:cNvPr id="25" name="Connector 24"/>
          <p:cNvCxnSpPr/>
          <p:nvPr/>
        </p:nvCxnSpPr>
        <p:spPr>
          <a:xfrm flipV="1">
            <a:off x="5550408" y="2171700"/>
            <a:ext cx="192024" cy="82296"/>
          </a:xfrm>
          <a:prstGeom prst="line">
            <a:avLst/>
          </a:prstGeom>
          <a:ln w="1651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550408" y="2253996"/>
            <a:ext cx="192024" cy="82296"/>
          </a:xfrm>
          <a:prstGeom prst="line">
            <a:avLst/>
          </a:prstGeom>
          <a:ln w="1651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5518404" y="2221992"/>
            <a:ext cx="64008" cy="64008"/>
          </a:xfrm>
          <a:prstGeom prst="ellipse">
            <a:avLst/>
          </a:prstGeom>
          <a:solidFill>
            <a:srgbClr val="162B3F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710428" y="2139696"/>
            <a:ext cx="64008" cy="64008"/>
          </a:xfrm>
          <a:prstGeom prst="ellipse">
            <a:avLst/>
          </a:prstGeom>
          <a:solidFill>
            <a:srgbClr val="162B3F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710428" y="2304288"/>
            <a:ext cx="64008" cy="64008"/>
          </a:xfrm>
          <a:prstGeom prst="ellipse">
            <a:avLst/>
          </a:prstGeom>
          <a:solidFill>
            <a:srgbClr val="162B3F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47472" y="146304"/>
            <a:ext cx="7269480" cy="39319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D4696"/>
                </a:solidFill>
                <a:latin typeface="Calibri Light"/>
              </a:rPr>
              <a:t>Cada diagrama modela una perspectiva del sistema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06640" y="201168"/>
            <a:ext cx="45720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85C0"/>
                </a:solidFill>
                <a:latin typeface="Calibri"/>
              </a:rPr>
              <a:t>07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25296"/>
            <a:ext cx="8010144" cy="1097280"/>
          </a:xfrm>
          <a:prstGeom prst="rect">
            <a:avLst/>
          </a:prstGeom>
          <a:solidFill>
            <a:srgbClr val="EAF2F8"/>
          </a:solidFill>
          <a:ln w="13335">
            <a:solidFill>
              <a:srgbClr val="4472C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371600"/>
            <a:ext cx="1938528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4472C4"/>
                </a:solidFill>
                <a:latin typeface="Calibri"/>
              </a:rPr>
              <a:t>ACTORES Y OBJETIVOS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1673352"/>
            <a:ext cx="4983480" cy="4480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93B"/>
                </a:solidFill>
                <a:latin typeface="Calibri"/>
              </a:rPr>
              <a:t>Roles externos y objetivos que buscan alcanzar.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1563624"/>
            <a:ext cx="2176272" cy="34747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D4696"/>
                </a:solidFill>
                <a:latin typeface="Calibri"/>
              </a:rPr>
              <a:t>→ Casos de uso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523744"/>
            <a:ext cx="8010144" cy="1097280"/>
          </a:xfrm>
          <a:prstGeom prst="rect">
            <a:avLst/>
          </a:prstGeom>
          <a:solidFill>
            <a:srgbClr val="E7F5FA"/>
          </a:solidFill>
          <a:ln w="13335">
            <a:solidFill>
              <a:srgbClr val="0085C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670048"/>
            <a:ext cx="1938528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0085C0"/>
                </a:solidFill>
                <a:latin typeface="Calibri"/>
              </a:rPr>
              <a:t>INFORMACIÓN Y RELACIONES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971800"/>
            <a:ext cx="4983480" cy="4480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93B"/>
                </a:solidFill>
                <a:latin typeface="Calibri"/>
              </a:rPr>
              <a:t>Conceptos del dominio, atributos, claves y relaciones.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825496"/>
            <a:ext cx="2176272" cy="56692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r>
              <a:rPr sz="1300" b="1">
                <a:solidFill>
                  <a:srgbClr val="416CBB"/>
                </a:solidFill>
                <a:latin typeface="Source Sans 3"/>
              </a:rPr>
              <a:t>Clases UML</a:t>
            </a:r>
          </a:p>
          <a:p>
            <a:r>
              <a:rPr sz="1300" b="1">
                <a:solidFill>
                  <a:srgbClr val="416CBB"/>
                </a:solidFill>
                <a:latin typeface="Source Sans 3"/>
              </a:rPr>
              <a:t>Modelo 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3822191"/>
            <a:ext cx="8010144" cy="1097280"/>
          </a:xfrm>
          <a:prstGeom prst="rect">
            <a:avLst/>
          </a:prstGeom>
          <a:solidFill>
            <a:srgbClr val="EAF2F8"/>
          </a:solidFill>
          <a:ln w="13335">
            <a:solidFill>
              <a:srgbClr val="4472C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968496"/>
            <a:ext cx="1938528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4472C4"/>
                </a:solidFill>
                <a:latin typeface="Calibri"/>
              </a:rPr>
              <a:t>CAMBIO DE ESTADO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4270248"/>
            <a:ext cx="4983480" cy="4480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93B"/>
                </a:solidFill>
                <a:latin typeface="Calibri"/>
              </a:rPr>
              <a:t>Estados de un objeto y transiciones activadas por eventos.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4160520"/>
            <a:ext cx="2176272" cy="34747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D4696"/>
                </a:solidFill>
                <a:latin typeface="Calibri"/>
              </a:rPr>
              <a:t>→ Máquina de estados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294376"/>
            <a:ext cx="7909560" cy="34747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r>
              <a:rPr sz="1150" b="0">
                <a:solidFill>
                  <a:srgbClr val="4E5B69"/>
                </a:solidFill>
                <a:latin typeface="Source Sans 3"/>
              </a:rPr>
              <a:t>El diagrama de clases UML y el modelo ER representan el dominio con notaciones y propósitos distintos.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" y="5925312"/>
            <a:ext cx="8229600" cy="23198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64748B"/>
                </a:solidFill>
                <a:latin typeface="Calibri"/>
              </a:rPr>
              <a:t>Fuente: </a:t>
            </a:r>
            <a:r>
              <a:rPr sz="830" b="0" i="0">
                <a:solidFill>
                  <a:srgbClr val="64748B"/>
                </a:solidFill>
                <a:latin typeface="Calibri"/>
              </a:rPr>
              <a:t>OMG UML 2.5.1; material de los cuatro temas de la Actividad 1  ·  as of 6 de octubre de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" name="deckkit-a11ytitle"/>
          <p:cNvSpPr>
            <a:spLocks noGrp="1"/>
          </p:cNvSpPr>
          <p:nvPr>
            <p:ph type="title"/>
          </p:nvPr>
        </p:nvSpPr>
        <p:spPr>
          <a:xfrm>
            <a:off x="0" y="-914400"/>
            <a:ext cx="9144000" cy="457200"/>
          </a:xfrm>
        </p:spPr>
        <p:txBody>
          <a:bodyPr/>
          <a:lstStyle/>
          <a:p>
            <a:r>
              <a:rPr sz="1000" b="0" i="0">
                <a:solidFill>
                  <a:srgbClr val="003C66"/>
                </a:solidFill>
                <a:latin typeface="Calibri"/>
              </a:rPr>
              <a:t>Estándares y guías técnicas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47472" y="146304"/>
            <a:ext cx="7269480" cy="39319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r>
              <a:t>Estándares y guías técnicas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859536"/>
            <a:ext cx="7818120" cy="329184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6323E"/>
                </a:solidFill>
                <a:latin typeface="Source Sans 3"/>
              </a:rPr>
              <a:t>ESTÁNDARES Y GUÍAS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35024"/>
            <a:ext cx="7818120" cy="53035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6323E"/>
                </a:solidFill>
                <a:latin typeface="Source Sans 3"/>
              </a:rPr>
              <a:t>Object Management Group (2017). Unified Modeling Language (UML), Version 2.5.1.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901952"/>
            <a:ext cx="7818120" cy="237744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sng">
                <a:solidFill>
                  <a:srgbClr val="416CBB"/>
                </a:solidFill>
                <a:latin typeface="Source Sans 3"/>
                <a:hlinkClick r:id="rId2"/>
              </a:rPr>
              <a:t>UML oficial 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331720"/>
            <a:ext cx="7818120" cy="53035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6323E"/>
                </a:solidFill>
                <a:latin typeface="Source Sans 3"/>
              </a:rPr>
              <a:t>NASA (2016). NASA Systems Engineering Handbook, Appendix 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898648"/>
            <a:ext cx="7818120" cy="237744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sng">
                <a:solidFill>
                  <a:srgbClr val="416CBB"/>
                </a:solidFill>
                <a:latin typeface="Source Sans 3"/>
                <a:hlinkClick r:id="rId3"/>
              </a:rPr>
              <a:t>NASA Appendix C 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328416"/>
            <a:ext cx="7818120" cy="53035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6323E"/>
                </a:solidFill>
                <a:latin typeface="Source Sans 3"/>
              </a:rPr>
              <a:t>NASA SWE-109. Software Requirements Specification.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3895344"/>
            <a:ext cx="7818120" cy="237744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sng">
                <a:solidFill>
                  <a:srgbClr val="416CBB"/>
                </a:solidFill>
                <a:latin typeface="Source Sans 3"/>
                <a:hlinkClick r:id="rId4"/>
              </a:rPr>
              <a:t>NASA SWE 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" y="5797296"/>
            <a:ext cx="8229600" cy="29260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E5B69"/>
                </a:solidFill>
                <a:latin typeface="Source Sans 3"/>
              </a:rPr>
              <a:t>Fuente: </a:t>
            </a:r>
            <a:r>
              <a:rPr sz="900" b="0" i="0">
                <a:solidFill>
                  <a:srgbClr val="4E5B69"/>
                </a:solidFill>
                <a:latin typeface="Source Sans 3"/>
              </a:rPr>
              <a:t>Fuentes oficiales y editoriales enlazadas; catálogo público UPDS  ·  as of 6 de octubre de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4718304"/>
            <a:ext cx="77724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4E5B69"/>
                </a:solidFill>
                <a:latin typeface="Source Sans 3"/>
              </a:rPr>
              <a:t>La notación UML se define en el estándar de OMG; las guías NASA describen prácticas para especificar y gestionar requisitos.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20116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416CBB"/>
                </a:solidFill>
                <a:latin typeface="Source Sans 3"/>
              </a:rPr>
              <a:t>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TextBox 5"/>
          <p:cNvSpPr txBox="1"/>
          <p:nvPr/>
        </p:nvSpPr>
        <p:spPr>
          <a:xfrm>
            <a:off x="347472" y="146304"/>
            <a:ext cx="726948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6323E"/>
                </a:solidFill>
                <a:latin typeface="Literata"/>
              </a:rPr>
              <a:t>Bibliografía para ampliar el tema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0" y="20116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416CBB"/>
                </a:solidFill>
                <a:latin typeface="Source Sans 3"/>
              </a:rP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822960"/>
            <a:ext cx="7818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416CBB"/>
                </a:solidFill>
                <a:latin typeface="Source Sans 3"/>
              </a:rPr>
              <a:t>DOS RECURSOS DIGITALES · UN LIBRO IMPRESO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298448"/>
            <a:ext cx="7818120" cy="1069848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298448"/>
            <a:ext cx="82296" cy="1069848"/>
          </a:xfrm>
          <a:prstGeom prst="rect">
            <a:avLst/>
          </a:prstGeom>
          <a:solidFill>
            <a:srgbClr val="416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1371600"/>
            <a:ext cx="7269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416CBB"/>
                </a:solidFill>
                <a:latin typeface="Source Sans 3"/>
              </a:rPr>
              <a:t>DIGITAL · WILEY eTEXT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1554480"/>
            <a:ext cx="7269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50" b="1">
                <a:solidFill>
                  <a:srgbClr val="26323E"/>
                </a:solidFill>
                <a:latin typeface="Source Sans 3"/>
              </a:rPr>
              <a:t>Systems Analysis and Design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1883664"/>
            <a:ext cx="7269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E5B69"/>
                </a:solidFill>
                <a:latin typeface="Source Sans 3"/>
              </a:rPr>
              <a:t>Alan Dennis, Barbara Haley Wixom y Roberta M. Roth · 8.ª edición · 2021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084831"/>
            <a:ext cx="26517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416CBB"/>
                </a:solidFill>
                <a:latin typeface="Source Sans 3"/>
                <a:hlinkClick r:id="rId2"/>
              </a:rPr>
              <a:t>Abrir ficha de Wiley 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2468880"/>
            <a:ext cx="7818120" cy="1069848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2468880"/>
            <a:ext cx="82296" cy="1069848"/>
          </a:xfrm>
          <a:prstGeom prst="rect">
            <a:avLst/>
          </a:prstGeom>
          <a:solidFill>
            <a:srgbClr val="416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2542032"/>
            <a:ext cx="7269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416CBB"/>
                </a:solidFill>
                <a:latin typeface="Source Sans 3"/>
              </a:rPr>
              <a:t>DIGITAL · INFORMIT eBOOK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2724912"/>
            <a:ext cx="7269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50" b="1">
                <a:solidFill>
                  <a:srgbClr val="26323E"/>
                </a:solidFill>
                <a:latin typeface="Source Sans 3"/>
              </a:rPr>
              <a:t>Object-Oriented Software Engineering Using UML, Patterns, and Java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3054096"/>
            <a:ext cx="7269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E5B69"/>
                </a:solidFill>
                <a:latin typeface="Source Sans 3"/>
              </a:rPr>
              <a:t>Bernd Bruegge y Allen H. Dutoit · 3.ª edición · © 2012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3255264"/>
            <a:ext cx="26517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416CBB"/>
                </a:solidFill>
                <a:latin typeface="Source Sans 3"/>
                <a:hlinkClick r:id="rId3"/>
              </a:rPr>
              <a:t>Abrir ficha de InformIT ↗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639312"/>
            <a:ext cx="7818120" cy="1069848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3639312"/>
            <a:ext cx="82296" cy="1069848"/>
          </a:xfrm>
          <a:prstGeom prst="rect">
            <a:avLst/>
          </a:prstGeom>
          <a:solidFill>
            <a:srgbClr val="416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3712463"/>
            <a:ext cx="7269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416CBB"/>
                </a:solidFill>
                <a:latin typeface="Source Sans 3"/>
              </a:rPr>
              <a:t>IMPRESO · CATÁLOGO UPDS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3895344"/>
            <a:ext cx="7269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50" b="1">
                <a:solidFill>
                  <a:srgbClr val="26323E"/>
                </a:solidFill>
                <a:latin typeface="Source Sans 3"/>
              </a:rPr>
              <a:t>Análisis y diseño orientado a objetos con UML y Rational Rose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" y="4224528"/>
            <a:ext cx="7269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E5B69"/>
                </a:solidFill>
                <a:latin typeface="Source Sans 3"/>
              </a:rPr>
              <a:t>Sergio Matsukawa · Macro · 2004 · 520 páginas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" y="4425696"/>
            <a:ext cx="26517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416CBB"/>
                </a:solidFill>
                <a:latin typeface="Source Sans 3"/>
                <a:hlinkClick r:id="rId4"/>
              </a:rPr>
              <a:t>Consultar catálogo UPDS 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4901184"/>
            <a:ext cx="7818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4E5B69"/>
                </a:solidFill>
                <a:latin typeface="Source Sans 3"/>
              </a:rPr>
              <a:t>El catálogo público UPDS confirma la ficha impresa. El acceso institucional a las dos ediciones digitales no quedó confirmado.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" y="5760720"/>
            <a:ext cx="8229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E5B69"/>
                </a:solidFill>
                <a:latin typeface="Source Sans 3"/>
              </a:rPr>
              <a:t>Referencias editoriales y catálogo bibliotecario consultados el 6 de octubre de 2026.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</TotalTime>
  <Words>173</Words>
  <Application>Microsoft Office PowerPoint</Application>
  <PresentationFormat>Presentación en pantalla (4:3)</PresentationFormat>
  <Paragraphs>44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4" baseType="lpstr">
      <vt:lpstr>Arial</vt:lpstr>
      <vt:lpstr>Arial Black</vt:lpstr>
      <vt:lpstr>Calibri</vt:lpstr>
      <vt:lpstr>Calibri Light</vt:lpstr>
      <vt:lpstr>Segoe UI</vt:lpstr>
      <vt:lpstr>Times New Roman</vt:lpstr>
      <vt:lpstr>Tema de Office</vt:lpstr>
      <vt:lpstr>BUSCANDO TESOROS EN LA BIBLIOTECA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UML y requisitos del sistema</dc:title>
  <dc:creator>Grupo de investigación · Sistemas de Información I</dc:creator>
  <cp:lastModifiedBy>hugo arnaldo guzman centellas</cp:lastModifiedBy>
  <cp:revision>25</cp:revision>
  <dcterms:created xsi:type="dcterms:W3CDTF">2022-07-13T16:32:00Z</dcterms:created>
  <dcterms:modified xsi:type="dcterms:W3CDTF">2026-10-05T11:54:49Z</dcterms:modified>
  <dc:subject>Actividad 1 · Sistemas de Información I</dc:subject>
  <cp:keywords>UPDS, requisitos, UML, trazabilidad</cp:keywords>
  <dc:description> Visual refinement v13: rounded traceability hub and clean bibliography layout.</dc:description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48B78635AD16485EA86A7DEEE5AE31FB_13</vt:lpwstr>
  </property>
  <property fmtid="{D5CDD505-2E9C-101B-9397-08002B2CF9AE}" pid="3" name="KSOProductBuildVer">
    <vt:lpwstr>3082-12.2.0.17119</vt:lpwstr>
  </property>
</Properties>
</file>