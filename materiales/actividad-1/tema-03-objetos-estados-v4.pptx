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institucionales.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 · escena ilustrativa relacionada con la consulta del catálogo UPDS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FLUJO ANALÍTICO DE CONSULTA DE UNA FICHA PÚBLICA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Resultados
coincidencias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
registro abierto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Reserva
opción 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abrir ficha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revisar ejemplares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iniciar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flujo representa las interacciones visibles; la gestión interna de reservas no se deduce de la página pública.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2.5.1, cláusula 14 · consulta de fichas, ejemplares y reserva visible en el catálogo público UPDS  ·  as of 6 de octubre de 2026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consulta pública del catálogo UPDS sustenta este escenario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VISTAS PÚBLICAS DEL CATÁLOGO Y UN FLUJO ANALÍTICO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Registro encontrado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 consultada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 revisados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iniciada
opción 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El catálogo muestra fichas, ejemplares y disponibilidad consultable; sus estados internos y reglas de reserva no son públicos.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consulta de registros y ejemplares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VISIBLE EN EL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Registros bibliográficos consultables
Ejemplares y disponibilidad visible
Opción de reserva en determinados registros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Resultados → ficha → ejemplares
Disponibilidad consultada
Opción de reserva visible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El flujo modela lo visible desde la página pública; no atribuye estados ni reglas internas de reserva a UPDS.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estados analíticos propuestos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UPDS, UML, objetos, estados,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