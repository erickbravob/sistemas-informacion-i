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UML Y REQUISITOS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Cliente y usuario aportan perspectivas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INTERESADOS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DOS FUENTES COMPLEMENTARIAS PARA DEFINIR 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2803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CLIENTE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objetivos y prioridades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7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 FINAL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tareas y experiencia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Define el valor esperado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Aprueba alcance y criterios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Describe el trabajo real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Aporta contexto de operación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5641848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941832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problema u objetivo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Requisito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o condición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5624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Criterio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evidencia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92040"/>
            <a:ext cx="7726679" cy="3840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4965192"/>
            <a:ext cx="743407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misma persona puede asumir ambos roles cuando quien define el sistema también lo utiliza.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Investigación de la materia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requisito convierte una necesidad en algo verificable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DE LA SOLICITUD AL RESULTADO COMPROBADO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7732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4480560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6533388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594360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localizar una obra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7188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2052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RF-01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buscar por título o autor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Modelo UML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caso de uso de búsqueda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4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7708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esperado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36576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fuente explica por qué existe la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94760"/>
            <a:ext cx="370332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El criterio determina qué evidencia confirma su cumplimiento.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trazabilidad conecta cada cambio con su modelo y prueba, conserva el origen y facilita la verificación.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NASA, guía de requisitos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Una función y su cualidad se especifican con criterios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QUÉ OFRECE EL SISTEMA Y BAJO QUÉ CONDICIONES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7780">
            <a:solidFill>
              <a:srgbClr val="416CB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73168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778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REQUISITO FUNCIONAL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Buscar ejemplares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El sistema busca por título o autor y devuelve coincidencias. La función describe una capacidad observable del catálogo.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REQUISITO DE 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Tiempo de respuesta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Define cuánto puede tardar esa búsqueda bajo carga y datos acordados. El valor se mide; no se supone.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función indica qué hace el sistema; el requisito de calidad precisa con qué nivel debe hacerlo.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Ejemplo de análisis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componentes organizan una vista conceptual del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 UPDS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Interfaz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acceso a los servicios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Aplicación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Interfaz de consulta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Registros y disponibilidad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52928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650992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04672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1 · La interfaz presenta los registros consultables.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2 · La ficha muestra los datos publicados y sus ejemplares.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71323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Rectángulo: bloque conceptual     Flecha: relación entre funciones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73659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80974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vista organiza la consulta de registros y ejemplares; no representa la arquitectura interna de UPDS.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OMG, UML 2.5.1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catálogo UPDS permite buscar y revisar registros bibliográficos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DISPONIBLES EN EL CATÁLOGO PÚBLICO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1975104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1975104"/>
            <a:ext cx="2679191" cy="12070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2809" y="2079704"/>
            <a:ext cx="403117" cy="59421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2741511" y="2799906"/>
            <a:ext cx="406394" cy="127977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 flipH="1">
            <a:off x="6007203" y="2081951"/>
            <a:ext cx="357425" cy="53584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 flipH="1" flipV="1">
            <a:off x="5981837" y="2800076"/>
            <a:ext cx="384129" cy="123026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987552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Fichas bibliográficas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862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Y FUNCIONES OBSERVABLES EN LAS FICHAS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por título o autor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5304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registros bibliográficos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5936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disponibilidad consultable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8" name="TextBox 27">
            <a:hlinkClick r:id="rId2"/>
          </p:cNvPr>
          <p:cNvSpPr txBox="1"/>
          <p:nvPr/>
        </p:nvSpPr>
        <p:spPr>
          <a:xfrm>
            <a:off x="822960" y="5303520"/>
            <a:ext cx="29260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búsqueda, fichas y ejemplares visibles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calidad del catálogo se expresa con criterios verificables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MÉTODOS QUE LA FICHA DE LA INVESTIGACIÓN DECLARA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6584" y="2542032"/>
            <a:ext cx="448056" cy="0"/>
          </a:xfrm>
          <a:prstGeom prst="line">
            <a:avLst/>
          </a:prstGeom>
          <a:ln w="2159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4735398" y="2101065"/>
            <a:ext cx="733907" cy="192214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4735368" y="2794007"/>
            <a:ext cx="733967" cy="194725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49808" y="2011680"/>
            <a:ext cx="1600200" cy="106070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1680"/>
            <a:ext cx="14904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Sistema
catálogo público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011680"/>
            <a:ext cx="1828800" cy="1060704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17190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Calidad
criterios de consulta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141732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1" y="141732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Estructura interna
no publicada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4688" y="283464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1" y="283464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 propuesta
búsqueda y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criterios de aceptación son propuestas académicas; el catálogo público no expone resultados de pruebas internas ni métricas de desempeño.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métricas y pruebas propuestas para este análisis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UML y requisitos del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17–19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7370064" y="4005072"/>
            <a:ext cx="877824" cy="1133856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4" y="4027932"/>
            <a:ext cx="832103" cy="108813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ortada de UML con Rational Rose, de Gesvin Romero Moreno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7" y="4059936"/>
            <a:ext cx="768096" cy="1024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UML y requisitos del sistema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01</dc:subject>
  <cp:keywords>UPDS, UML, requisitos,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